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3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91" r:id="rId6"/>
    <p:sldId id="260" r:id="rId7"/>
    <p:sldId id="293" r:id="rId8"/>
    <p:sldId id="292" r:id="rId9"/>
    <p:sldId id="296" r:id="rId10"/>
    <p:sldId id="294" r:id="rId11"/>
    <p:sldId id="298" r:id="rId12"/>
    <p:sldId id="299" r:id="rId13"/>
    <p:sldId id="272" r:id="rId14"/>
  </p:sldIdLst>
  <p:sldSz cx="9144000" cy="5143500" type="screen16x9"/>
  <p:notesSz cx="6858000" cy="9144000"/>
  <p:embeddedFontLst>
    <p:embeddedFont>
      <p:font typeface="Anaheim" panose="020B0604020202020204" charset="0"/>
      <p:regular r:id="rId16"/>
      <p:bold r:id="rId17"/>
    </p:embeddedFont>
    <p:embeddedFont>
      <p:font typeface="Arimo" panose="020B0604020202020204" charset="0"/>
      <p:regular r:id="rId18"/>
      <p:bold r:id="rId19"/>
      <p:italic r:id="rId20"/>
      <p:boldItalic r:id="rId21"/>
    </p:embeddedFont>
    <p:embeddedFont>
      <p:font typeface="Bebas Neue" panose="020B0606020202050201" pitchFamily="34" charset="0"/>
      <p:regular r:id="rId22"/>
    </p:embeddedFont>
    <p:embeddedFont>
      <p:font typeface="Nunito Light" pitchFamily="2" charset="0"/>
      <p:regular r:id="rId23"/>
      <p:italic r:id="rId24"/>
    </p:embeddedFont>
    <p:embeddedFont>
      <p:font typeface="Open Sans Light" panose="020B0306030504020204" pitchFamily="34" charset="0"/>
      <p:regular r:id="rId25"/>
      <p:italic r:id="rId26"/>
    </p:embeddedFont>
    <p:embeddedFont>
      <p:font typeface="Outfit" panose="020B0604020202020204" charset="0"/>
      <p:regular r:id="rId27"/>
      <p:bold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5DB1650-2A9D-46F7-99E2-26CC345B9A53}">
  <a:tblStyle styleId="{25DB1650-2A9D-46F7-99E2-26CC345B9A5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62" d="100"/>
          <a:sy n="162" d="100"/>
        </p:scale>
        <p:origin x="144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9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font" Target="fonts/font13.fntdata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font" Target="fonts/font12.fntdata"/><Relationship Id="rId30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6347734-D31D-4326-B367-BFAAF46C90AF}" type="doc">
      <dgm:prSet loTypeId="urn:microsoft.com/office/officeart/2005/8/layout/hProcess4" loCatId="process" qsTypeId="urn:microsoft.com/office/officeart/2005/8/quickstyle/simple2" qsCatId="simple" csTypeId="urn:microsoft.com/office/officeart/2005/8/colors/accent1_2" csCatId="accent1" phldr="1"/>
      <dgm:spPr/>
      <dgm:t>
        <a:bodyPr/>
        <a:lstStyle/>
        <a:p>
          <a:endParaRPr lang="ro-RO"/>
        </a:p>
      </dgm:t>
    </dgm:pt>
    <dgm:pt modelId="{D9DDE413-E252-4886-B4D7-DAC9E0008E42}">
      <dgm:prSet phldrT="[Text]"/>
      <dgm:spPr/>
      <dgm:t>
        <a:bodyPr/>
        <a:lstStyle/>
        <a:p>
          <a:r>
            <a:rPr lang="en-US" dirty="0"/>
            <a:t>1️⃣ Research &amp; Planning </a:t>
          </a:r>
          <a:endParaRPr lang="ro-RO" dirty="0"/>
        </a:p>
      </dgm:t>
    </dgm:pt>
    <dgm:pt modelId="{2E85AFE1-FEE1-43DC-A876-603E2F6A01E0}" type="parTrans" cxnId="{AA16FB7A-72DF-4441-812A-FD8A992672B2}">
      <dgm:prSet/>
      <dgm:spPr/>
      <dgm:t>
        <a:bodyPr/>
        <a:lstStyle/>
        <a:p>
          <a:endParaRPr lang="ro-RO"/>
        </a:p>
      </dgm:t>
    </dgm:pt>
    <dgm:pt modelId="{7BA7D3F4-8A81-43B3-88EE-4CB7616D5B6A}" type="sibTrans" cxnId="{AA16FB7A-72DF-4441-812A-FD8A992672B2}">
      <dgm:prSet/>
      <dgm:spPr/>
      <dgm:t>
        <a:bodyPr/>
        <a:lstStyle/>
        <a:p>
          <a:endParaRPr lang="ro-RO"/>
        </a:p>
      </dgm:t>
    </dgm:pt>
    <dgm:pt modelId="{8C9C9F3B-E83F-42C9-B1FB-4467D3202E73}">
      <dgm:prSet phldrT="[Text]"/>
      <dgm:spPr/>
      <dgm:t>
        <a:bodyPr/>
        <a:lstStyle/>
        <a:p>
          <a:r>
            <a:rPr lang="en-US" dirty="0"/>
            <a:t>Define problem, gather requirements, choose sensors and communication methods.</a:t>
          </a:r>
          <a:endParaRPr lang="ro-RO" dirty="0"/>
        </a:p>
      </dgm:t>
    </dgm:pt>
    <dgm:pt modelId="{2D01A817-4E3B-4748-8EA8-2D789B5A95E8}" type="parTrans" cxnId="{04F74BCF-2550-433A-9FAD-13B78A7AD0A6}">
      <dgm:prSet/>
      <dgm:spPr/>
      <dgm:t>
        <a:bodyPr/>
        <a:lstStyle/>
        <a:p>
          <a:endParaRPr lang="ro-RO"/>
        </a:p>
      </dgm:t>
    </dgm:pt>
    <dgm:pt modelId="{107DF1DC-E25D-4673-B7CA-86EE9F8D11C2}" type="sibTrans" cxnId="{04F74BCF-2550-433A-9FAD-13B78A7AD0A6}">
      <dgm:prSet/>
      <dgm:spPr/>
      <dgm:t>
        <a:bodyPr/>
        <a:lstStyle/>
        <a:p>
          <a:endParaRPr lang="ro-RO"/>
        </a:p>
      </dgm:t>
    </dgm:pt>
    <dgm:pt modelId="{546E8A82-F324-4CC0-9393-40F8B6275ACC}">
      <dgm:prSet phldrT="[Text]"/>
      <dgm:spPr/>
      <dgm:t>
        <a:bodyPr/>
        <a:lstStyle/>
        <a:p>
          <a:r>
            <a:rPr lang="ro-RO" dirty="0"/>
            <a:t>2️⃣ </a:t>
          </a:r>
          <a:r>
            <a:rPr lang="en-US" dirty="0"/>
            <a:t>Hardware Assembly </a:t>
          </a:r>
          <a:endParaRPr lang="ro-RO" dirty="0"/>
        </a:p>
      </dgm:t>
    </dgm:pt>
    <dgm:pt modelId="{CD9DF92C-CFE8-41D8-AA5B-5A7A0BB36848}" type="parTrans" cxnId="{9932B40B-A390-4868-B953-6C6469C42FBB}">
      <dgm:prSet/>
      <dgm:spPr/>
      <dgm:t>
        <a:bodyPr/>
        <a:lstStyle/>
        <a:p>
          <a:endParaRPr lang="ro-RO"/>
        </a:p>
      </dgm:t>
    </dgm:pt>
    <dgm:pt modelId="{A83A1D76-9FA8-4EA8-B3A8-099C94B57E08}" type="sibTrans" cxnId="{9932B40B-A390-4868-B953-6C6469C42FBB}">
      <dgm:prSet/>
      <dgm:spPr/>
      <dgm:t>
        <a:bodyPr/>
        <a:lstStyle/>
        <a:p>
          <a:endParaRPr lang="ro-RO"/>
        </a:p>
      </dgm:t>
    </dgm:pt>
    <dgm:pt modelId="{57CA5657-5ED8-49AE-981D-04432FA38C24}">
      <dgm:prSet phldrT="[Text]"/>
      <dgm:spPr/>
      <dgm:t>
        <a:bodyPr/>
        <a:lstStyle/>
        <a:p>
          <a:r>
            <a:rPr lang="en-US" dirty="0"/>
            <a:t>Integrated the ESP32 microcontroller with sensors and relay modules.</a:t>
          </a:r>
          <a:endParaRPr lang="ro-RO" dirty="0"/>
        </a:p>
      </dgm:t>
    </dgm:pt>
    <dgm:pt modelId="{63808ED3-F12B-46A6-8007-76B0A771D3B6}" type="parTrans" cxnId="{82F25275-8372-4616-B269-49AD29B4056F}">
      <dgm:prSet/>
      <dgm:spPr/>
      <dgm:t>
        <a:bodyPr/>
        <a:lstStyle/>
        <a:p>
          <a:endParaRPr lang="ro-RO"/>
        </a:p>
      </dgm:t>
    </dgm:pt>
    <dgm:pt modelId="{2D224223-DF4B-4385-AE8E-024B915E5CFD}" type="sibTrans" cxnId="{82F25275-8372-4616-B269-49AD29B4056F}">
      <dgm:prSet/>
      <dgm:spPr/>
      <dgm:t>
        <a:bodyPr/>
        <a:lstStyle/>
        <a:p>
          <a:endParaRPr lang="ro-RO"/>
        </a:p>
      </dgm:t>
    </dgm:pt>
    <dgm:pt modelId="{32BCB807-342D-4101-ADE2-06E12F7E86B0}">
      <dgm:prSet phldrT="[Text]"/>
      <dgm:spPr/>
      <dgm:t>
        <a:bodyPr/>
        <a:lstStyle/>
        <a:p>
          <a:r>
            <a:rPr lang="ro-RO" dirty="0"/>
            <a:t>3️⃣</a:t>
          </a:r>
          <a:r>
            <a:rPr lang="en-US" dirty="0"/>
            <a:t> Firmware Development </a:t>
          </a:r>
          <a:endParaRPr lang="ro-RO" dirty="0"/>
        </a:p>
      </dgm:t>
    </dgm:pt>
    <dgm:pt modelId="{8F4C4436-D655-4C0D-9270-26A42664EC53}" type="parTrans" cxnId="{6F897507-DC34-438F-939A-62875912383D}">
      <dgm:prSet/>
      <dgm:spPr/>
      <dgm:t>
        <a:bodyPr/>
        <a:lstStyle/>
        <a:p>
          <a:endParaRPr lang="ro-RO"/>
        </a:p>
      </dgm:t>
    </dgm:pt>
    <dgm:pt modelId="{2A4950D3-3488-4BC2-A540-3F9F81F293B9}" type="sibTrans" cxnId="{6F897507-DC34-438F-939A-62875912383D}">
      <dgm:prSet/>
      <dgm:spPr/>
      <dgm:t>
        <a:bodyPr/>
        <a:lstStyle/>
        <a:p>
          <a:endParaRPr lang="ro-RO"/>
        </a:p>
      </dgm:t>
    </dgm:pt>
    <dgm:pt modelId="{93B73DF9-36EC-4AFD-A0B9-90E24AAB5346}">
      <dgm:prSet phldrT="[Text]"/>
      <dgm:spPr/>
      <dgm:t>
        <a:bodyPr/>
        <a:lstStyle/>
        <a:p>
          <a:r>
            <a:rPr lang="en-US" dirty="0"/>
            <a:t>Implemented sensor reading, control </a:t>
          </a:r>
          <a:r>
            <a:rPr lang="en-US" dirty="0" err="1"/>
            <a:t>logic,RGB</a:t>
          </a:r>
          <a:r>
            <a:rPr lang="en-US" dirty="0"/>
            <a:t> LED indicators.</a:t>
          </a:r>
          <a:endParaRPr lang="ro-RO" dirty="0"/>
        </a:p>
      </dgm:t>
    </dgm:pt>
    <dgm:pt modelId="{215197F2-995F-4357-B199-100F028BF14A}" type="parTrans" cxnId="{E40CECE0-067F-4761-8EE5-882E8F2F7F7E}">
      <dgm:prSet/>
      <dgm:spPr/>
      <dgm:t>
        <a:bodyPr/>
        <a:lstStyle/>
        <a:p>
          <a:endParaRPr lang="ro-RO"/>
        </a:p>
      </dgm:t>
    </dgm:pt>
    <dgm:pt modelId="{8ADBC17D-E224-4EFF-96C9-68D4B687550F}" type="sibTrans" cxnId="{E40CECE0-067F-4761-8EE5-882E8F2F7F7E}">
      <dgm:prSet/>
      <dgm:spPr/>
      <dgm:t>
        <a:bodyPr/>
        <a:lstStyle/>
        <a:p>
          <a:endParaRPr lang="ro-RO"/>
        </a:p>
      </dgm:t>
    </dgm:pt>
    <dgm:pt modelId="{1EED518F-9E9A-43AD-8258-B58CAEF5D36F}">
      <dgm:prSet phldrT="[Text]"/>
      <dgm:spPr/>
      <dgm:t>
        <a:bodyPr/>
        <a:lstStyle/>
        <a:p>
          <a:r>
            <a:rPr lang="ro-RO" dirty="0"/>
            <a:t>4️⃣</a:t>
          </a:r>
          <a:r>
            <a:rPr lang="en-US" dirty="0"/>
            <a:t> IoT Integration </a:t>
          </a:r>
          <a:endParaRPr lang="ro-RO" dirty="0"/>
        </a:p>
      </dgm:t>
    </dgm:pt>
    <dgm:pt modelId="{387638DA-B5F4-425E-BDC4-402F6941C906}" type="parTrans" cxnId="{20C70B91-DDAA-4892-A150-72DBB57AFFDA}">
      <dgm:prSet/>
      <dgm:spPr/>
      <dgm:t>
        <a:bodyPr/>
        <a:lstStyle/>
        <a:p>
          <a:endParaRPr lang="ro-RO"/>
        </a:p>
      </dgm:t>
    </dgm:pt>
    <dgm:pt modelId="{C32E6B10-8A04-45DD-8628-ECB23EE7DF87}" type="sibTrans" cxnId="{20C70B91-DDAA-4892-A150-72DBB57AFFDA}">
      <dgm:prSet/>
      <dgm:spPr/>
      <dgm:t>
        <a:bodyPr/>
        <a:lstStyle/>
        <a:p>
          <a:endParaRPr lang="ro-RO"/>
        </a:p>
      </dgm:t>
    </dgm:pt>
    <dgm:pt modelId="{EAE2540B-B44A-4175-B6B7-C4B585FB968C}">
      <dgm:prSet/>
      <dgm:spPr/>
      <dgm:t>
        <a:bodyPr/>
        <a:lstStyle/>
        <a:p>
          <a:r>
            <a:rPr lang="en-US" dirty="0"/>
            <a:t>Implement MQTT publishing, local HTTP server, and dual Wi-Fi mode  (AP + STA).</a:t>
          </a:r>
          <a:endParaRPr lang="ro-RO" dirty="0"/>
        </a:p>
      </dgm:t>
    </dgm:pt>
    <dgm:pt modelId="{E77E6ABF-109A-40D6-BE60-3D1213A08A18}" type="parTrans" cxnId="{5F08FD8C-B2A7-43CE-AD1D-2D689B32CF00}">
      <dgm:prSet/>
      <dgm:spPr/>
      <dgm:t>
        <a:bodyPr/>
        <a:lstStyle/>
        <a:p>
          <a:endParaRPr lang="ro-RO"/>
        </a:p>
      </dgm:t>
    </dgm:pt>
    <dgm:pt modelId="{6C2D1C10-7E52-4056-B6A2-CB4735BF90F5}" type="sibTrans" cxnId="{5F08FD8C-B2A7-43CE-AD1D-2D689B32CF00}">
      <dgm:prSet/>
      <dgm:spPr/>
      <dgm:t>
        <a:bodyPr/>
        <a:lstStyle/>
        <a:p>
          <a:endParaRPr lang="ro-RO"/>
        </a:p>
      </dgm:t>
    </dgm:pt>
    <dgm:pt modelId="{24D03DDC-1278-4A12-BABE-06E624548DDF}">
      <dgm:prSet/>
      <dgm:spPr/>
      <dgm:t>
        <a:bodyPr/>
        <a:lstStyle/>
        <a:p>
          <a:r>
            <a:rPr lang="ro-RO" dirty="0"/>
            <a:t>5️⃣</a:t>
          </a:r>
          <a:r>
            <a:rPr lang="en-US" dirty="0"/>
            <a:t> Testing &amp; Optimization </a:t>
          </a:r>
          <a:endParaRPr lang="ro-RO" dirty="0"/>
        </a:p>
      </dgm:t>
    </dgm:pt>
    <dgm:pt modelId="{B812AF17-9109-4635-9FB6-D01DFB06E491}" type="parTrans" cxnId="{05B5ED97-0923-46F0-8FFE-65FB32DCC050}">
      <dgm:prSet/>
      <dgm:spPr/>
      <dgm:t>
        <a:bodyPr/>
        <a:lstStyle/>
        <a:p>
          <a:endParaRPr lang="ro-RO"/>
        </a:p>
      </dgm:t>
    </dgm:pt>
    <dgm:pt modelId="{C78E9CCA-7215-4E27-8ED3-091BAE2DA2C2}" type="sibTrans" cxnId="{05B5ED97-0923-46F0-8FFE-65FB32DCC050}">
      <dgm:prSet/>
      <dgm:spPr/>
      <dgm:t>
        <a:bodyPr/>
        <a:lstStyle/>
        <a:p>
          <a:endParaRPr lang="ro-RO"/>
        </a:p>
      </dgm:t>
    </dgm:pt>
    <dgm:pt modelId="{D9CCEC8A-12BD-468F-BE43-525CE14D9ABA}">
      <dgm:prSet/>
      <dgm:spPr/>
      <dgm:t>
        <a:bodyPr/>
        <a:lstStyle/>
        <a:p>
          <a:r>
            <a:rPr lang="en-US" dirty="0"/>
            <a:t>Verified automatic fan/light control and data transmission.</a:t>
          </a:r>
          <a:endParaRPr lang="ro-RO" dirty="0"/>
        </a:p>
      </dgm:t>
    </dgm:pt>
    <dgm:pt modelId="{9FD6247A-3408-4BBB-ABFF-488E4F3F9ED0}" type="parTrans" cxnId="{A1194B41-9A88-4098-9F30-82718D0621DE}">
      <dgm:prSet/>
      <dgm:spPr/>
      <dgm:t>
        <a:bodyPr/>
        <a:lstStyle/>
        <a:p>
          <a:endParaRPr lang="ro-RO"/>
        </a:p>
      </dgm:t>
    </dgm:pt>
    <dgm:pt modelId="{B6DE5A87-4D36-4EB5-933A-4793CA235A2B}" type="sibTrans" cxnId="{A1194B41-9A88-4098-9F30-82718D0621DE}">
      <dgm:prSet/>
      <dgm:spPr/>
      <dgm:t>
        <a:bodyPr/>
        <a:lstStyle/>
        <a:p>
          <a:endParaRPr lang="ro-RO"/>
        </a:p>
      </dgm:t>
    </dgm:pt>
    <dgm:pt modelId="{47B08F50-49FA-468C-9DC8-6554B4006D9A}">
      <dgm:prSet/>
      <dgm:spPr/>
      <dgm:t>
        <a:bodyPr/>
        <a:lstStyle/>
        <a:p>
          <a:r>
            <a:rPr lang="ro-RO" dirty="0"/>
            <a:t>6️⃣</a:t>
          </a:r>
          <a:r>
            <a:rPr lang="en-US" dirty="0"/>
            <a:t> Future Enhancements </a:t>
          </a:r>
          <a:endParaRPr lang="ro-RO" dirty="0"/>
        </a:p>
      </dgm:t>
    </dgm:pt>
    <dgm:pt modelId="{F9BC130D-84F5-40D3-986E-3DF1FA871853}" type="parTrans" cxnId="{8CE2AEE8-D5A9-45AA-97DA-B4EAD26B2085}">
      <dgm:prSet/>
      <dgm:spPr/>
      <dgm:t>
        <a:bodyPr/>
        <a:lstStyle/>
        <a:p>
          <a:endParaRPr lang="ro-RO"/>
        </a:p>
      </dgm:t>
    </dgm:pt>
    <dgm:pt modelId="{155F89EC-ED81-4725-BB96-141B0E87AEE3}" type="sibTrans" cxnId="{8CE2AEE8-D5A9-45AA-97DA-B4EAD26B2085}">
      <dgm:prSet/>
      <dgm:spPr/>
      <dgm:t>
        <a:bodyPr/>
        <a:lstStyle/>
        <a:p>
          <a:endParaRPr lang="ro-RO"/>
        </a:p>
      </dgm:t>
    </dgm:pt>
    <dgm:pt modelId="{64AAA7E8-B260-4AEF-A3D5-95FFFDB03889}">
      <dgm:prSet/>
      <dgm:spPr/>
      <dgm:t>
        <a:bodyPr/>
        <a:lstStyle/>
        <a:p>
          <a:r>
            <a:rPr lang="en-US" dirty="0"/>
            <a:t>Add motion detection/touch switch remote, mobile app, and AI optimization.</a:t>
          </a:r>
          <a:endParaRPr lang="ro-RO" dirty="0"/>
        </a:p>
      </dgm:t>
    </dgm:pt>
    <dgm:pt modelId="{88CA4E66-9132-4A13-9B92-50816FE11695}" type="parTrans" cxnId="{14BD5CF9-46B0-4C51-8BD5-A6B3572B65FC}">
      <dgm:prSet/>
      <dgm:spPr/>
      <dgm:t>
        <a:bodyPr/>
        <a:lstStyle/>
        <a:p>
          <a:endParaRPr lang="ro-RO"/>
        </a:p>
      </dgm:t>
    </dgm:pt>
    <dgm:pt modelId="{D8D57586-92DA-4C7C-A53F-6E392E034090}" type="sibTrans" cxnId="{14BD5CF9-46B0-4C51-8BD5-A6B3572B65FC}">
      <dgm:prSet/>
      <dgm:spPr/>
      <dgm:t>
        <a:bodyPr/>
        <a:lstStyle/>
        <a:p>
          <a:endParaRPr lang="ro-RO"/>
        </a:p>
      </dgm:t>
    </dgm:pt>
    <dgm:pt modelId="{82364D79-FBC5-40C0-A32D-9FE99AC2A31B}" type="pres">
      <dgm:prSet presAssocID="{A6347734-D31D-4326-B367-BFAAF46C90AF}" presName="Name0" presStyleCnt="0">
        <dgm:presLayoutVars>
          <dgm:dir/>
          <dgm:animLvl val="lvl"/>
          <dgm:resizeHandles val="exact"/>
        </dgm:presLayoutVars>
      </dgm:prSet>
      <dgm:spPr/>
    </dgm:pt>
    <dgm:pt modelId="{6999E4D3-69BB-410E-BD38-F0E92938CA76}" type="pres">
      <dgm:prSet presAssocID="{A6347734-D31D-4326-B367-BFAAF46C90AF}" presName="tSp" presStyleCnt="0"/>
      <dgm:spPr/>
    </dgm:pt>
    <dgm:pt modelId="{37F3CC36-E5EB-4C7F-B9C4-BE46A01274B7}" type="pres">
      <dgm:prSet presAssocID="{A6347734-D31D-4326-B367-BFAAF46C90AF}" presName="bSp" presStyleCnt="0"/>
      <dgm:spPr/>
    </dgm:pt>
    <dgm:pt modelId="{125E3FDE-3F97-44FE-9A2A-60283200D5A8}" type="pres">
      <dgm:prSet presAssocID="{A6347734-D31D-4326-B367-BFAAF46C90AF}" presName="process" presStyleCnt="0"/>
      <dgm:spPr/>
    </dgm:pt>
    <dgm:pt modelId="{4C3B2D39-F489-4075-85F3-340DDD4D264C}" type="pres">
      <dgm:prSet presAssocID="{D9DDE413-E252-4886-B4D7-DAC9E0008E42}" presName="composite1" presStyleCnt="0"/>
      <dgm:spPr/>
    </dgm:pt>
    <dgm:pt modelId="{49D74185-3919-4459-92E6-F50C2C021BDE}" type="pres">
      <dgm:prSet presAssocID="{D9DDE413-E252-4886-B4D7-DAC9E0008E42}" presName="dummyNode1" presStyleLbl="node1" presStyleIdx="0" presStyleCnt="6"/>
      <dgm:spPr/>
    </dgm:pt>
    <dgm:pt modelId="{1143139B-1A26-41BA-95E2-77A62D727E21}" type="pres">
      <dgm:prSet presAssocID="{D9DDE413-E252-4886-B4D7-DAC9E0008E42}" presName="childNode1" presStyleLbl="bgAcc1" presStyleIdx="0" presStyleCnt="6" custLinFactY="-8602" custLinFactNeighborX="2342" custLinFactNeighborY="-100000">
        <dgm:presLayoutVars>
          <dgm:bulletEnabled val="1"/>
        </dgm:presLayoutVars>
      </dgm:prSet>
      <dgm:spPr/>
    </dgm:pt>
    <dgm:pt modelId="{1D9E41B7-4BFE-42C1-9A1F-00616E810785}" type="pres">
      <dgm:prSet presAssocID="{D9DDE413-E252-4886-B4D7-DAC9E0008E42}" presName="childNode1tx" presStyleLbl="bgAcc1" presStyleIdx="0" presStyleCnt="6">
        <dgm:presLayoutVars>
          <dgm:bulletEnabled val="1"/>
        </dgm:presLayoutVars>
      </dgm:prSet>
      <dgm:spPr/>
    </dgm:pt>
    <dgm:pt modelId="{8B5C2169-DF37-4931-8AA8-0E4F9B0B7BBA}" type="pres">
      <dgm:prSet presAssocID="{D9DDE413-E252-4886-B4D7-DAC9E0008E42}" presName="parentNode1" presStyleLbl="node1" presStyleIdx="0" presStyleCnt="6" custLinFactY="-100000" custLinFactNeighborX="-16022" custLinFactNeighborY="-145251">
        <dgm:presLayoutVars>
          <dgm:chMax val="1"/>
          <dgm:bulletEnabled val="1"/>
        </dgm:presLayoutVars>
      </dgm:prSet>
      <dgm:spPr/>
    </dgm:pt>
    <dgm:pt modelId="{637B9B9E-5DC6-4C8C-9E10-C5A833271D6A}" type="pres">
      <dgm:prSet presAssocID="{D9DDE413-E252-4886-B4D7-DAC9E0008E42}" presName="connSite1" presStyleCnt="0"/>
      <dgm:spPr/>
    </dgm:pt>
    <dgm:pt modelId="{A8629F5A-6523-4AC2-9442-A426C5BD4469}" type="pres">
      <dgm:prSet presAssocID="{7BA7D3F4-8A81-43B3-88EE-4CB7616D5B6A}" presName="Name9" presStyleLbl="sibTrans2D1" presStyleIdx="0" presStyleCnt="5" custScaleX="63669" custLinFactNeighborX="-15295" custLinFactNeighborY="-19057"/>
      <dgm:spPr/>
    </dgm:pt>
    <dgm:pt modelId="{1A231491-1B91-4CCB-9A41-5EF55FDAD7C6}" type="pres">
      <dgm:prSet presAssocID="{546E8A82-F324-4CC0-9393-40F8B6275ACC}" presName="composite2" presStyleCnt="0"/>
      <dgm:spPr/>
    </dgm:pt>
    <dgm:pt modelId="{B77ECF01-DE45-4F8A-BAC5-DB5675545248}" type="pres">
      <dgm:prSet presAssocID="{546E8A82-F324-4CC0-9393-40F8B6275ACC}" presName="dummyNode2" presStyleLbl="node1" presStyleIdx="0" presStyleCnt="6"/>
      <dgm:spPr/>
    </dgm:pt>
    <dgm:pt modelId="{A28C1E0B-D5B9-4076-AEE9-73CC07D65D46}" type="pres">
      <dgm:prSet presAssocID="{546E8A82-F324-4CC0-9393-40F8B6275ACC}" presName="childNode2" presStyleLbl="bgAcc1" presStyleIdx="1" presStyleCnt="6" custLinFactY="75481" custLinFactNeighborX="-56102" custLinFactNeighborY="100000">
        <dgm:presLayoutVars>
          <dgm:bulletEnabled val="1"/>
        </dgm:presLayoutVars>
      </dgm:prSet>
      <dgm:spPr/>
    </dgm:pt>
    <dgm:pt modelId="{386172DB-6B45-42EC-8BCD-952986BE6443}" type="pres">
      <dgm:prSet presAssocID="{546E8A82-F324-4CC0-9393-40F8B6275ACC}" presName="childNode2tx" presStyleLbl="bgAcc1" presStyleIdx="1" presStyleCnt="6">
        <dgm:presLayoutVars>
          <dgm:bulletEnabled val="1"/>
        </dgm:presLayoutVars>
      </dgm:prSet>
      <dgm:spPr/>
    </dgm:pt>
    <dgm:pt modelId="{A0502856-08E2-4E16-BD3D-42A298DBB10A}" type="pres">
      <dgm:prSet presAssocID="{546E8A82-F324-4CC0-9393-40F8B6275ACC}" presName="parentNode2" presStyleLbl="node1" presStyleIdx="1" presStyleCnt="6" custLinFactY="100000" custLinFactNeighborX="-81079" custLinFactNeighborY="159442">
        <dgm:presLayoutVars>
          <dgm:chMax val="0"/>
          <dgm:bulletEnabled val="1"/>
        </dgm:presLayoutVars>
      </dgm:prSet>
      <dgm:spPr/>
    </dgm:pt>
    <dgm:pt modelId="{63550589-1D8B-4675-B4CC-D2110610FDC8}" type="pres">
      <dgm:prSet presAssocID="{546E8A82-F324-4CC0-9393-40F8B6275ACC}" presName="connSite2" presStyleCnt="0"/>
      <dgm:spPr/>
    </dgm:pt>
    <dgm:pt modelId="{867D03D1-3987-4E05-8407-3D00739CB1EA}" type="pres">
      <dgm:prSet presAssocID="{A83A1D76-9FA8-4EA8-B3A8-099C94B57E08}" presName="Name18" presStyleLbl="sibTrans2D1" presStyleIdx="1" presStyleCnt="5" custScaleX="55527" custScaleY="115670" custLinFactNeighborX="-17532" custLinFactNeighborY="21730"/>
      <dgm:spPr/>
    </dgm:pt>
    <dgm:pt modelId="{240D6076-C6B5-405A-95AB-656C61407E34}" type="pres">
      <dgm:prSet presAssocID="{32BCB807-342D-4101-ADE2-06E12F7E86B0}" presName="composite1" presStyleCnt="0"/>
      <dgm:spPr/>
    </dgm:pt>
    <dgm:pt modelId="{FA27E4A0-FE09-436A-A688-CCE397EB9668}" type="pres">
      <dgm:prSet presAssocID="{32BCB807-342D-4101-ADE2-06E12F7E86B0}" presName="dummyNode1" presStyleLbl="node1" presStyleIdx="1" presStyleCnt="6"/>
      <dgm:spPr/>
    </dgm:pt>
    <dgm:pt modelId="{EC808D77-D676-4233-9839-C8D002ABBA24}" type="pres">
      <dgm:prSet presAssocID="{32BCB807-342D-4101-ADE2-06E12F7E86B0}" presName="childNode1" presStyleLbl="bgAcc1" presStyleIdx="2" presStyleCnt="6" custLinFactY="-4918" custLinFactNeighborX="-84282" custLinFactNeighborY="-100000">
        <dgm:presLayoutVars>
          <dgm:bulletEnabled val="1"/>
        </dgm:presLayoutVars>
      </dgm:prSet>
      <dgm:spPr/>
    </dgm:pt>
    <dgm:pt modelId="{21B2BCA8-F9AF-459A-B938-93D71BCBA1D6}" type="pres">
      <dgm:prSet presAssocID="{32BCB807-342D-4101-ADE2-06E12F7E86B0}" presName="childNode1tx" presStyleLbl="bgAcc1" presStyleIdx="2" presStyleCnt="6">
        <dgm:presLayoutVars>
          <dgm:bulletEnabled val="1"/>
        </dgm:presLayoutVars>
      </dgm:prSet>
      <dgm:spPr/>
    </dgm:pt>
    <dgm:pt modelId="{065F2331-6E7F-4322-B6A8-484437CE2443}" type="pres">
      <dgm:prSet presAssocID="{32BCB807-342D-4101-ADE2-06E12F7E86B0}" presName="parentNode1" presStyleLbl="node1" presStyleIdx="2" presStyleCnt="6" custLinFactX="-13028" custLinFactY="-100000" custLinFactNeighborX="-100000" custLinFactNeighborY="-147359">
        <dgm:presLayoutVars>
          <dgm:chMax val="1"/>
          <dgm:bulletEnabled val="1"/>
        </dgm:presLayoutVars>
      </dgm:prSet>
      <dgm:spPr/>
    </dgm:pt>
    <dgm:pt modelId="{429B24C8-318A-4A79-8D77-5F67CA8513B6}" type="pres">
      <dgm:prSet presAssocID="{32BCB807-342D-4101-ADE2-06E12F7E86B0}" presName="connSite1" presStyleCnt="0"/>
      <dgm:spPr/>
    </dgm:pt>
    <dgm:pt modelId="{11C87DAC-EE2A-4C6E-8029-5A5D396F6A56}" type="pres">
      <dgm:prSet presAssocID="{2A4950D3-3488-4BC2-A540-3F9F81F293B9}" presName="Name9" presStyleLbl="sibTrans2D1" presStyleIdx="2" presStyleCnt="5" custScaleX="66168" custLinFactNeighborX="-13486" custLinFactNeighborY="-15960"/>
      <dgm:spPr/>
    </dgm:pt>
    <dgm:pt modelId="{68AC17D7-232F-4851-9E17-7FD5EFCAA720}" type="pres">
      <dgm:prSet presAssocID="{1EED518F-9E9A-43AD-8258-B58CAEF5D36F}" presName="composite2" presStyleCnt="0"/>
      <dgm:spPr/>
    </dgm:pt>
    <dgm:pt modelId="{03EF104D-2E77-4345-94F2-6FDFECD97385}" type="pres">
      <dgm:prSet presAssocID="{1EED518F-9E9A-43AD-8258-B58CAEF5D36F}" presName="dummyNode2" presStyleLbl="node1" presStyleIdx="2" presStyleCnt="6"/>
      <dgm:spPr/>
    </dgm:pt>
    <dgm:pt modelId="{66B41345-00D5-4435-8E10-840E6C2FC0C2}" type="pres">
      <dgm:prSet presAssocID="{1EED518F-9E9A-43AD-8258-B58CAEF5D36F}" presName="childNode2" presStyleLbl="bgAcc1" presStyleIdx="3" presStyleCnt="6" custLinFactX="-1226" custLinFactY="18296" custLinFactNeighborX="-100000" custLinFactNeighborY="100000">
        <dgm:presLayoutVars>
          <dgm:bulletEnabled val="1"/>
        </dgm:presLayoutVars>
      </dgm:prSet>
      <dgm:spPr/>
    </dgm:pt>
    <dgm:pt modelId="{C057ECB2-1349-4A90-BDAA-BEC96ED1CFAC}" type="pres">
      <dgm:prSet presAssocID="{1EED518F-9E9A-43AD-8258-B58CAEF5D36F}" presName="childNode2tx" presStyleLbl="bgAcc1" presStyleIdx="3" presStyleCnt="6">
        <dgm:presLayoutVars>
          <dgm:bulletEnabled val="1"/>
        </dgm:presLayoutVars>
      </dgm:prSet>
      <dgm:spPr/>
    </dgm:pt>
    <dgm:pt modelId="{2375D104-D6EB-4354-90DE-F3BCCAA07180}" type="pres">
      <dgm:prSet presAssocID="{1EED518F-9E9A-43AD-8258-B58CAEF5D36F}" presName="parentNode2" presStyleLbl="node1" presStyleIdx="3" presStyleCnt="6" custLinFactX="-34377" custLinFactY="100000" custLinFactNeighborX="-100000" custLinFactNeighborY="155804">
        <dgm:presLayoutVars>
          <dgm:chMax val="0"/>
          <dgm:bulletEnabled val="1"/>
        </dgm:presLayoutVars>
      </dgm:prSet>
      <dgm:spPr/>
    </dgm:pt>
    <dgm:pt modelId="{2804C9C3-ACB5-4FBA-87B8-6B111AF4BE4D}" type="pres">
      <dgm:prSet presAssocID="{1EED518F-9E9A-43AD-8258-B58CAEF5D36F}" presName="connSite2" presStyleCnt="0"/>
      <dgm:spPr/>
    </dgm:pt>
    <dgm:pt modelId="{3C1623D8-6B8C-45A2-86C2-B860524E5FD0}" type="pres">
      <dgm:prSet presAssocID="{C32E6B10-8A04-45DD-8628-ECB23EE7DF87}" presName="Name18" presStyleLbl="sibTrans2D1" presStyleIdx="3" presStyleCnt="5" custScaleX="65234" custLinFactNeighborX="-18094" custLinFactNeighborY="15287"/>
      <dgm:spPr/>
    </dgm:pt>
    <dgm:pt modelId="{F1E20761-1571-4F75-810C-7FCE64CE347D}" type="pres">
      <dgm:prSet presAssocID="{24D03DDC-1278-4A12-BABE-06E624548DDF}" presName="composite1" presStyleCnt="0"/>
      <dgm:spPr/>
    </dgm:pt>
    <dgm:pt modelId="{33AF205C-6C89-4F4F-B0E1-6A5D4D391CB7}" type="pres">
      <dgm:prSet presAssocID="{24D03DDC-1278-4A12-BABE-06E624548DDF}" presName="dummyNode1" presStyleLbl="node1" presStyleIdx="3" presStyleCnt="6"/>
      <dgm:spPr/>
    </dgm:pt>
    <dgm:pt modelId="{109C4C4E-905A-4CB5-932A-A5194B90FCB2}" type="pres">
      <dgm:prSet presAssocID="{24D03DDC-1278-4A12-BABE-06E624548DDF}" presName="childNode1" presStyleLbl="bgAcc1" presStyleIdx="4" presStyleCnt="6" custLinFactX="-6609" custLinFactY="-4918" custLinFactNeighborX="-100000" custLinFactNeighborY="-100000">
        <dgm:presLayoutVars>
          <dgm:bulletEnabled val="1"/>
        </dgm:presLayoutVars>
      </dgm:prSet>
      <dgm:spPr/>
    </dgm:pt>
    <dgm:pt modelId="{4C0B9D11-7D37-446B-8276-488984E426CF}" type="pres">
      <dgm:prSet presAssocID="{24D03DDC-1278-4A12-BABE-06E624548DDF}" presName="childNode1tx" presStyleLbl="bgAcc1" presStyleIdx="4" presStyleCnt="6">
        <dgm:presLayoutVars>
          <dgm:bulletEnabled val="1"/>
        </dgm:presLayoutVars>
      </dgm:prSet>
      <dgm:spPr/>
    </dgm:pt>
    <dgm:pt modelId="{69845850-50FB-46FB-AA97-7CF045F82546}" type="pres">
      <dgm:prSet presAssocID="{24D03DDC-1278-4A12-BABE-06E624548DDF}" presName="parentNode1" presStyleLbl="node1" presStyleIdx="4" presStyleCnt="6" custLinFactX="-35220" custLinFactY="-100000" custLinFactNeighborX="-100000" custLinFactNeighborY="-152722">
        <dgm:presLayoutVars>
          <dgm:chMax val="1"/>
          <dgm:bulletEnabled val="1"/>
        </dgm:presLayoutVars>
      </dgm:prSet>
      <dgm:spPr/>
    </dgm:pt>
    <dgm:pt modelId="{C2C7574E-CEC4-453F-B4F4-C91439F7C4E3}" type="pres">
      <dgm:prSet presAssocID="{24D03DDC-1278-4A12-BABE-06E624548DDF}" presName="connSite1" presStyleCnt="0"/>
      <dgm:spPr/>
    </dgm:pt>
    <dgm:pt modelId="{4BE09CA0-FAED-4D63-A67A-BE7331D38830}" type="pres">
      <dgm:prSet presAssocID="{C78E9CCA-7215-4E27-8ED3-091BAE2DA2C2}" presName="Name9" presStyleLbl="sibTrans2D1" presStyleIdx="4" presStyleCnt="5" custScaleX="64860" custLinFactNeighborX="-15126" custLinFactNeighborY="-17692"/>
      <dgm:spPr/>
    </dgm:pt>
    <dgm:pt modelId="{6E68AB94-5ED3-448C-9380-1286D4C3A635}" type="pres">
      <dgm:prSet presAssocID="{47B08F50-49FA-468C-9DC8-6554B4006D9A}" presName="composite2" presStyleCnt="0"/>
      <dgm:spPr/>
    </dgm:pt>
    <dgm:pt modelId="{5BCDCF66-FE4D-4BD3-99DC-926640FB3685}" type="pres">
      <dgm:prSet presAssocID="{47B08F50-49FA-468C-9DC8-6554B4006D9A}" presName="dummyNode2" presStyleLbl="node1" presStyleIdx="4" presStyleCnt="6"/>
      <dgm:spPr/>
    </dgm:pt>
    <dgm:pt modelId="{C38825DC-C09D-4134-9D21-38E4911C4FED}" type="pres">
      <dgm:prSet presAssocID="{47B08F50-49FA-468C-9DC8-6554B4006D9A}" presName="childNode2" presStyleLbl="bgAcc1" presStyleIdx="5" presStyleCnt="6" custLinFactX="-19447" custLinFactY="18296" custLinFactNeighborX="-100000" custLinFactNeighborY="100000">
        <dgm:presLayoutVars>
          <dgm:bulletEnabled val="1"/>
        </dgm:presLayoutVars>
      </dgm:prSet>
      <dgm:spPr/>
    </dgm:pt>
    <dgm:pt modelId="{DF3E0B8A-1443-4443-B9E6-1C1D880257B1}" type="pres">
      <dgm:prSet presAssocID="{47B08F50-49FA-468C-9DC8-6554B4006D9A}" presName="childNode2tx" presStyleLbl="bgAcc1" presStyleIdx="5" presStyleCnt="6">
        <dgm:presLayoutVars>
          <dgm:bulletEnabled val="1"/>
        </dgm:presLayoutVars>
      </dgm:prSet>
      <dgm:spPr/>
    </dgm:pt>
    <dgm:pt modelId="{D34E3073-8696-40BD-96C9-FF1BCF683BCD}" type="pres">
      <dgm:prSet presAssocID="{47B08F50-49FA-468C-9DC8-6554B4006D9A}" presName="parentNode2" presStyleLbl="node1" presStyleIdx="5" presStyleCnt="6" custLinFactX="-53843" custLinFactY="100000" custLinFactNeighborX="-100000" custLinFactNeighborY="157383">
        <dgm:presLayoutVars>
          <dgm:chMax val="0"/>
          <dgm:bulletEnabled val="1"/>
        </dgm:presLayoutVars>
      </dgm:prSet>
      <dgm:spPr/>
    </dgm:pt>
    <dgm:pt modelId="{337ECA39-CDDF-4EE5-9958-25E59FAD9F14}" type="pres">
      <dgm:prSet presAssocID="{47B08F50-49FA-468C-9DC8-6554B4006D9A}" presName="connSite2" presStyleCnt="0"/>
      <dgm:spPr/>
    </dgm:pt>
  </dgm:ptLst>
  <dgm:cxnLst>
    <dgm:cxn modelId="{E04CC601-21F9-4CD4-A3D8-17347C574CCD}" type="presOf" srcId="{D9CCEC8A-12BD-468F-BE43-525CE14D9ABA}" destId="{109C4C4E-905A-4CB5-932A-A5194B90FCB2}" srcOrd="0" destOrd="0" presId="urn:microsoft.com/office/officeart/2005/8/layout/hProcess4"/>
    <dgm:cxn modelId="{6F897507-DC34-438F-939A-62875912383D}" srcId="{A6347734-D31D-4326-B367-BFAAF46C90AF}" destId="{32BCB807-342D-4101-ADE2-06E12F7E86B0}" srcOrd="2" destOrd="0" parTransId="{8F4C4436-D655-4C0D-9270-26A42664EC53}" sibTransId="{2A4950D3-3488-4BC2-A540-3F9F81F293B9}"/>
    <dgm:cxn modelId="{9932B40B-A390-4868-B953-6C6469C42FBB}" srcId="{A6347734-D31D-4326-B367-BFAAF46C90AF}" destId="{546E8A82-F324-4CC0-9393-40F8B6275ACC}" srcOrd="1" destOrd="0" parTransId="{CD9DF92C-CFE8-41D8-AA5B-5A7A0BB36848}" sibTransId="{A83A1D76-9FA8-4EA8-B3A8-099C94B57E08}"/>
    <dgm:cxn modelId="{28E6A40C-5A1D-4B9C-AAE8-E64A35E5B0B2}" type="presOf" srcId="{93B73DF9-36EC-4AFD-A0B9-90E24AAB5346}" destId="{EC808D77-D676-4233-9839-C8D002ABBA24}" srcOrd="0" destOrd="0" presId="urn:microsoft.com/office/officeart/2005/8/layout/hProcess4"/>
    <dgm:cxn modelId="{3AA10810-5CD2-4423-9F4E-E7000091EB46}" type="presOf" srcId="{64AAA7E8-B260-4AEF-A3D5-95FFFDB03889}" destId="{DF3E0B8A-1443-4443-B9E6-1C1D880257B1}" srcOrd="1" destOrd="0" presId="urn:microsoft.com/office/officeart/2005/8/layout/hProcess4"/>
    <dgm:cxn modelId="{61BF3811-5AEB-476D-A90F-5EE3D90DABC2}" type="presOf" srcId="{D9CCEC8A-12BD-468F-BE43-525CE14D9ABA}" destId="{4C0B9D11-7D37-446B-8276-488984E426CF}" srcOrd="1" destOrd="0" presId="urn:microsoft.com/office/officeart/2005/8/layout/hProcess4"/>
    <dgm:cxn modelId="{C0BD042C-C360-411A-A922-FA9D09F14448}" type="presOf" srcId="{93B73DF9-36EC-4AFD-A0B9-90E24AAB5346}" destId="{21B2BCA8-F9AF-459A-B938-93D71BCBA1D6}" srcOrd="1" destOrd="0" presId="urn:microsoft.com/office/officeart/2005/8/layout/hProcess4"/>
    <dgm:cxn modelId="{6DAB333E-55EC-4E14-B4D0-34F79304CE28}" type="presOf" srcId="{8C9C9F3B-E83F-42C9-B1FB-4467D3202E73}" destId="{1D9E41B7-4BFE-42C1-9A1F-00616E810785}" srcOrd="1" destOrd="0" presId="urn:microsoft.com/office/officeart/2005/8/layout/hProcess4"/>
    <dgm:cxn modelId="{A1194B41-9A88-4098-9F30-82718D0621DE}" srcId="{24D03DDC-1278-4A12-BABE-06E624548DDF}" destId="{D9CCEC8A-12BD-468F-BE43-525CE14D9ABA}" srcOrd="0" destOrd="0" parTransId="{9FD6247A-3408-4BBB-ABFF-488E4F3F9ED0}" sibTransId="{B6DE5A87-4D36-4EB5-933A-4793CA235A2B}"/>
    <dgm:cxn modelId="{7217E063-2228-4E51-BFA2-F5D9CD6832AA}" type="presOf" srcId="{546E8A82-F324-4CC0-9393-40F8B6275ACC}" destId="{A0502856-08E2-4E16-BD3D-42A298DBB10A}" srcOrd="0" destOrd="0" presId="urn:microsoft.com/office/officeart/2005/8/layout/hProcess4"/>
    <dgm:cxn modelId="{7EF79E67-EFAC-4603-A961-B02D69F26E32}" type="presOf" srcId="{EAE2540B-B44A-4175-B6B7-C4B585FB968C}" destId="{C057ECB2-1349-4A90-BDAA-BEC96ED1CFAC}" srcOrd="1" destOrd="0" presId="urn:microsoft.com/office/officeart/2005/8/layout/hProcess4"/>
    <dgm:cxn modelId="{BA146F6E-227D-4759-83FE-B71B78BF151E}" type="presOf" srcId="{D9DDE413-E252-4886-B4D7-DAC9E0008E42}" destId="{8B5C2169-DF37-4931-8AA8-0E4F9B0B7BBA}" srcOrd="0" destOrd="0" presId="urn:microsoft.com/office/officeart/2005/8/layout/hProcess4"/>
    <dgm:cxn modelId="{ED147871-9E9E-4808-BFAC-BD30BA63EB8D}" type="presOf" srcId="{57CA5657-5ED8-49AE-981D-04432FA38C24}" destId="{A28C1E0B-D5B9-4076-AEE9-73CC07D65D46}" srcOrd="0" destOrd="0" presId="urn:microsoft.com/office/officeart/2005/8/layout/hProcess4"/>
    <dgm:cxn modelId="{82F25275-8372-4616-B269-49AD29B4056F}" srcId="{546E8A82-F324-4CC0-9393-40F8B6275ACC}" destId="{57CA5657-5ED8-49AE-981D-04432FA38C24}" srcOrd="0" destOrd="0" parTransId="{63808ED3-F12B-46A6-8007-76B0A771D3B6}" sibTransId="{2D224223-DF4B-4385-AE8E-024B915E5CFD}"/>
    <dgm:cxn modelId="{34CF8859-8C4A-4B85-8116-3F83F43FE79C}" type="presOf" srcId="{32BCB807-342D-4101-ADE2-06E12F7E86B0}" destId="{065F2331-6E7F-4322-B6A8-484437CE2443}" srcOrd="0" destOrd="0" presId="urn:microsoft.com/office/officeart/2005/8/layout/hProcess4"/>
    <dgm:cxn modelId="{AA16FB7A-72DF-4441-812A-FD8A992672B2}" srcId="{A6347734-D31D-4326-B367-BFAAF46C90AF}" destId="{D9DDE413-E252-4886-B4D7-DAC9E0008E42}" srcOrd="0" destOrd="0" parTransId="{2E85AFE1-FEE1-43DC-A876-603E2F6A01E0}" sibTransId="{7BA7D3F4-8A81-43B3-88EE-4CB7616D5B6A}"/>
    <dgm:cxn modelId="{177A6B7F-7605-47C0-A825-8AA5474D4A5E}" type="presOf" srcId="{C32E6B10-8A04-45DD-8628-ECB23EE7DF87}" destId="{3C1623D8-6B8C-45A2-86C2-B860524E5FD0}" srcOrd="0" destOrd="0" presId="urn:microsoft.com/office/officeart/2005/8/layout/hProcess4"/>
    <dgm:cxn modelId="{DD145A89-E9F6-40B8-B3D4-B2927DBD8B90}" type="presOf" srcId="{47B08F50-49FA-468C-9DC8-6554B4006D9A}" destId="{D34E3073-8696-40BD-96C9-FF1BCF683BCD}" srcOrd="0" destOrd="0" presId="urn:microsoft.com/office/officeart/2005/8/layout/hProcess4"/>
    <dgm:cxn modelId="{3AA26B8A-6440-4474-8B9F-826774D0CFB7}" type="presOf" srcId="{64AAA7E8-B260-4AEF-A3D5-95FFFDB03889}" destId="{C38825DC-C09D-4134-9D21-38E4911C4FED}" srcOrd="0" destOrd="0" presId="urn:microsoft.com/office/officeart/2005/8/layout/hProcess4"/>
    <dgm:cxn modelId="{5F08FD8C-B2A7-43CE-AD1D-2D689B32CF00}" srcId="{1EED518F-9E9A-43AD-8258-B58CAEF5D36F}" destId="{EAE2540B-B44A-4175-B6B7-C4B585FB968C}" srcOrd="0" destOrd="0" parTransId="{E77E6ABF-109A-40D6-BE60-3D1213A08A18}" sibTransId="{6C2D1C10-7E52-4056-B6A2-CB4735BF90F5}"/>
    <dgm:cxn modelId="{20C70B91-DDAA-4892-A150-72DBB57AFFDA}" srcId="{A6347734-D31D-4326-B367-BFAAF46C90AF}" destId="{1EED518F-9E9A-43AD-8258-B58CAEF5D36F}" srcOrd="3" destOrd="0" parTransId="{387638DA-B5F4-425E-BDC4-402F6941C906}" sibTransId="{C32E6B10-8A04-45DD-8628-ECB23EE7DF87}"/>
    <dgm:cxn modelId="{46422092-65C4-4ABB-B781-0BC743CCE739}" type="presOf" srcId="{24D03DDC-1278-4A12-BABE-06E624548DDF}" destId="{69845850-50FB-46FB-AA97-7CF045F82546}" srcOrd="0" destOrd="0" presId="urn:microsoft.com/office/officeart/2005/8/layout/hProcess4"/>
    <dgm:cxn modelId="{F7D3F095-295D-49B9-8EBC-963BAD56BBFE}" type="presOf" srcId="{7BA7D3F4-8A81-43B3-88EE-4CB7616D5B6A}" destId="{A8629F5A-6523-4AC2-9442-A426C5BD4469}" srcOrd="0" destOrd="0" presId="urn:microsoft.com/office/officeart/2005/8/layout/hProcess4"/>
    <dgm:cxn modelId="{05B5ED97-0923-46F0-8FFE-65FB32DCC050}" srcId="{A6347734-D31D-4326-B367-BFAAF46C90AF}" destId="{24D03DDC-1278-4A12-BABE-06E624548DDF}" srcOrd="4" destOrd="0" parTransId="{B812AF17-9109-4635-9FB6-D01DFB06E491}" sibTransId="{C78E9CCA-7215-4E27-8ED3-091BAE2DA2C2}"/>
    <dgm:cxn modelId="{D0C9FD99-D596-46AA-8214-6DF99E2406BA}" type="presOf" srcId="{57CA5657-5ED8-49AE-981D-04432FA38C24}" destId="{386172DB-6B45-42EC-8BCD-952986BE6443}" srcOrd="1" destOrd="0" presId="urn:microsoft.com/office/officeart/2005/8/layout/hProcess4"/>
    <dgm:cxn modelId="{3E963E9B-191C-4EFD-9E69-40BE5FDD5563}" type="presOf" srcId="{2A4950D3-3488-4BC2-A540-3F9F81F293B9}" destId="{11C87DAC-EE2A-4C6E-8029-5A5D396F6A56}" srcOrd="0" destOrd="0" presId="urn:microsoft.com/office/officeart/2005/8/layout/hProcess4"/>
    <dgm:cxn modelId="{05B78CC5-48A4-4000-A926-A7E1B32F577B}" type="presOf" srcId="{EAE2540B-B44A-4175-B6B7-C4B585FB968C}" destId="{66B41345-00D5-4435-8E10-840E6C2FC0C2}" srcOrd="0" destOrd="0" presId="urn:microsoft.com/office/officeart/2005/8/layout/hProcess4"/>
    <dgm:cxn modelId="{524C36CE-0614-41D6-9757-A246196B1470}" type="presOf" srcId="{C78E9CCA-7215-4E27-8ED3-091BAE2DA2C2}" destId="{4BE09CA0-FAED-4D63-A67A-BE7331D38830}" srcOrd="0" destOrd="0" presId="urn:microsoft.com/office/officeart/2005/8/layout/hProcess4"/>
    <dgm:cxn modelId="{7D8941CE-A030-4DE5-BB96-F85E0FBAAFF6}" type="presOf" srcId="{1EED518F-9E9A-43AD-8258-B58CAEF5D36F}" destId="{2375D104-D6EB-4354-90DE-F3BCCAA07180}" srcOrd="0" destOrd="0" presId="urn:microsoft.com/office/officeart/2005/8/layout/hProcess4"/>
    <dgm:cxn modelId="{04F74BCF-2550-433A-9FAD-13B78A7AD0A6}" srcId="{D9DDE413-E252-4886-B4D7-DAC9E0008E42}" destId="{8C9C9F3B-E83F-42C9-B1FB-4467D3202E73}" srcOrd="0" destOrd="0" parTransId="{2D01A817-4E3B-4748-8EA8-2D789B5A95E8}" sibTransId="{107DF1DC-E25D-4673-B7CA-86EE9F8D11C2}"/>
    <dgm:cxn modelId="{978C87D9-D94D-4D3B-8000-6DEB2FB00570}" type="presOf" srcId="{8C9C9F3B-E83F-42C9-B1FB-4467D3202E73}" destId="{1143139B-1A26-41BA-95E2-77A62D727E21}" srcOrd="0" destOrd="0" presId="urn:microsoft.com/office/officeart/2005/8/layout/hProcess4"/>
    <dgm:cxn modelId="{E40CECE0-067F-4761-8EE5-882E8F2F7F7E}" srcId="{32BCB807-342D-4101-ADE2-06E12F7E86B0}" destId="{93B73DF9-36EC-4AFD-A0B9-90E24AAB5346}" srcOrd="0" destOrd="0" parTransId="{215197F2-995F-4357-B199-100F028BF14A}" sibTransId="{8ADBC17D-E224-4EFF-96C9-68D4B687550F}"/>
    <dgm:cxn modelId="{8CE2AEE8-D5A9-45AA-97DA-B4EAD26B2085}" srcId="{A6347734-D31D-4326-B367-BFAAF46C90AF}" destId="{47B08F50-49FA-468C-9DC8-6554B4006D9A}" srcOrd="5" destOrd="0" parTransId="{F9BC130D-84F5-40D3-986E-3DF1FA871853}" sibTransId="{155F89EC-ED81-4725-BB96-141B0E87AEE3}"/>
    <dgm:cxn modelId="{9A750FF6-F521-4A6E-AF43-C50711A989CF}" type="presOf" srcId="{A83A1D76-9FA8-4EA8-B3A8-099C94B57E08}" destId="{867D03D1-3987-4E05-8407-3D00739CB1EA}" srcOrd="0" destOrd="0" presId="urn:microsoft.com/office/officeart/2005/8/layout/hProcess4"/>
    <dgm:cxn modelId="{14BD5CF9-46B0-4C51-8BD5-A6B3572B65FC}" srcId="{47B08F50-49FA-468C-9DC8-6554B4006D9A}" destId="{64AAA7E8-B260-4AEF-A3D5-95FFFDB03889}" srcOrd="0" destOrd="0" parTransId="{88CA4E66-9132-4A13-9B92-50816FE11695}" sibTransId="{D8D57586-92DA-4C7C-A53F-6E392E034090}"/>
    <dgm:cxn modelId="{1CF3D8FA-896D-4A95-899A-8379381CC36D}" type="presOf" srcId="{A6347734-D31D-4326-B367-BFAAF46C90AF}" destId="{82364D79-FBC5-40C0-A32D-9FE99AC2A31B}" srcOrd="0" destOrd="0" presId="urn:microsoft.com/office/officeart/2005/8/layout/hProcess4"/>
    <dgm:cxn modelId="{BB5B5758-97FF-48D1-9D7C-14558B33BFC4}" type="presParOf" srcId="{82364D79-FBC5-40C0-A32D-9FE99AC2A31B}" destId="{6999E4D3-69BB-410E-BD38-F0E92938CA76}" srcOrd="0" destOrd="0" presId="urn:microsoft.com/office/officeart/2005/8/layout/hProcess4"/>
    <dgm:cxn modelId="{64E89C2F-A0EA-479B-A004-219F8847553A}" type="presParOf" srcId="{82364D79-FBC5-40C0-A32D-9FE99AC2A31B}" destId="{37F3CC36-E5EB-4C7F-B9C4-BE46A01274B7}" srcOrd="1" destOrd="0" presId="urn:microsoft.com/office/officeart/2005/8/layout/hProcess4"/>
    <dgm:cxn modelId="{D1FA83FA-2A97-4017-B8D7-4E3F5C0CB383}" type="presParOf" srcId="{82364D79-FBC5-40C0-A32D-9FE99AC2A31B}" destId="{125E3FDE-3F97-44FE-9A2A-60283200D5A8}" srcOrd="2" destOrd="0" presId="urn:microsoft.com/office/officeart/2005/8/layout/hProcess4"/>
    <dgm:cxn modelId="{42ACDCCD-3226-4FDC-9847-6FE061964F1B}" type="presParOf" srcId="{125E3FDE-3F97-44FE-9A2A-60283200D5A8}" destId="{4C3B2D39-F489-4075-85F3-340DDD4D264C}" srcOrd="0" destOrd="0" presId="urn:microsoft.com/office/officeart/2005/8/layout/hProcess4"/>
    <dgm:cxn modelId="{6A19E4C0-16D7-4D69-B835-9BD2EDEF28F0}" type="presParOf" srcId="{4C3B2D39-F489-4075-85F3-340DDD4D264C}" destId="{49D74185-3919-4459-92E6-F50C2C021BDE}" srcOrd="0" destOrd="0" presId="urn:microsoft.com/office/officeart/2005/8/layout/hProcess4"/>
    <dgm:cxn modelId="{F67B09F0-36F7-4F97-BE58-04966974AAB5}" type="presParOf" srcId="{4C3B2D39-F489-4075-85F3-340DDD4D264C}" destId="{1143139B-1A26-41BA-95E2-77A62D727E21}" srcOrd="1" destOrd="0" presId="urn:microsoft.com/office/officeart/2005/8/layout/hProcess4"/>
    <dgm:cxn modelId="{B03DFDE5-4948-4528-82CB-11D8B9EEDC36}" type="presParOf" srcId="{4C3B2D39-F489-4075-85F3-340DDD4D264C}" destId="{1D9E41B7-4BFE-42C1-9A1F-00616E810785}" srcOrd="2" destOrd="0" presId="urn:microsoft.com/office/officeart/2005/8/layout/hProcess4"/>
    <dgm:cxn modelId="{5105C8D8-2DB5-4C27-93D0-8E5C12AC933D}" type="presParOf" srcId="{4C3B2D39-F489-4075-85F3-340DDD4D264C}" destId="{8B5C2169-DF37-4931-8AA8-0E4F9B0B7BBA}" srcOrd="3" destOrd="0" presId="urn:microsoft.com/office/officeart/2005/8/layout/hProcess4"/>
    <dgm:cxn modelId="{4585A7C5-D15A-4D46-B92E-F1CF36C66191}" type="presParOf" srcId="{4C3B2D39-F489-4075-85F3-340DDD4D264C}" destId="{637B9B9E-5DC6-4C8C-9E10-C5A833271D6A}" srcOrd="4" destOrd="0" presId="urn:microsoft.com/office/officeart/2005/8/layout/hProcess4"/>
    <dgm:cxn modelId="{FA5CB844-184F-49C0-AEBB-AC258AD6A793}" type="presParOf" srcId="{125E3FDE-3F97-44FE-9A2A-60283200D5A8}" destId="{A8629F5A-6523-4AC2-9442-A426C5BD4469}" srcOrd="1" destOrd="0" presId="urn:microsoft.com/office/officeart/2005/8/layout/hProcess4"/>
    <dgm:cxn modelId="{67D84B27-5083-41E4-873A-BD88961D521B}" type="presParOf" srcId="{125E3FDE-3F97-44FE-9A2A-60283200D5A8}" destId="{1A231491-1B91-4CCB-9A41-5EF55FDAD7C6}" srcOrd="2" destOrd="0" presId="urn:microsoft.com/office/officeart/2005/8/layout/hProcess4"/>
    <dgm:cxn modelId="{A0FE4A6C-7B51-451C-B161-BCDEF0BE93E5}" type="presParOf" srcId="{1A231491-1B91-4CCB-9A41-5EF55FDAD7C6}" destId="{B77ECF01-DE45-4F8A-BAC5-DB5675545248}" srcOrd="0" destOrd="0" presId="urn:microsoft.com/office/officeart/2005/8/layout/hProcess4"/>
    <dgm:cxn modelId="{1BBB8B92-868A-4988-9326-6D3B2B1D809A}" type="presParOf" srcId="{1A231491-1B91-4CCB-9A41-5EF55FDAD7C6}" destId="{A28C1E0B-D5B9-4076-AEE9-73CC07D65D46}" srcOrd="1" destOrd="0" presId="urn:microsoft.com/office/officeart/2005/8/layout/hProcess4"/>
    <dgm:cxn modelId="{00D64BDD-7C8F-4F18-BEAE-8D9A3C076316}" type="presParOf" srcId="{1A231491-1B91-4CCB-9A41-5EF55FDAD7C6}" destId="{386172DB-6B45-42EC-8BCD-952986BE6443}" srcOrd="2" destOrd="0" presId="urn:microsoft.com/office/officeart/2005/8/layout/hProcess4"/>
    <dgm:cxn modelId="{833CEC60-9FB3-473B-B469-A687C9099375}" type="presParOf" srcId="{1A231491-1B91-4CCB-9A41-5EF55FDAD7C6}" destId="{A0502856-08E2-4E16-BD3D-42A298DBB10A}" srcOrd="3" destOrd="0" presId="urn:microsoft.com/office/officeart/2005/8/layout/hProcess4"/>
    <dgm:cxn modelId="{4471B63A-F4AA-4B23-956F-2E271C74632C}" type="presParOf" srcId="{1A231491-1B91-4CCB-9A41-5EF55FDAD7C6}" destId="{63550589-1D8B-4675-B4CC-D2110610FDC8}" srcOrd="4" destOrd="0" presId="urn:microsoft.com/office/officeart/2005/8/layout/hProcess4"/>
    <dgm:cxn modelId="{D82B6175-D65D-4F9B-BA5B-ACA3BD19E36A}" type="presParOf" srcId="{125E3FDE-3F97-44FE-9A2A-60283200D5A8}" destId="{867D03D1-3987-4E05-8407-3D00739CB1EA}" srcOrd="3" destOrd="0" presId="urn:microsoft.com/office/officeart/2005/8/layout/hProcess4"/>
    <dgm:cxn modelId="{6917FD96-1C27-4BCF-A363-7F562DE7A97F}" type="presParOf" srcId="{125E3FDE-3F97-44FE-9A2A-60283200D5A8}" destId="{240D6076-C6B5-405A-95AB-656C61407E34}" srcOrd="4" destOrd="0" presId="urn:microsoft.com/office/officeart/2005/8/layout/hProcess4"/>
    <dgm:cxn modelId="{91A969E3-0734-49AE-914F-42C740B0B872}" type="presParOf" srcId="{240D6076-C6B5-405A-95AB-656C61407E34}" destId="{FA27E4A0-FE09-436A-A688-CCE397EB9668}" srcOrd="0" destOrd="0" presId="urn:microsoft.com/office/officeart/2005/8/layout/hProcess4"/>
    <dgm:cxn modelId="{C1B53130-2CD8-4215-8D37-8BA61B9BE506}" type="presParOf" srcId="{240D6076-C6B5-405A-95AB-656C61407E34}" destId="{EC808D77-D676-4233-9839-C8D002ABBA24}" srcOrd="1" destOrd="0" presId="urn:microsoft.com/office/officeart/2005/8/layout/hProcess4"/>
    <dgm:cxn modelId="{E21495FD-26F6-4BC4-A711-D5167161E9A4}" type="presParOf" srcId="{240D6076-C6B5-405A-95AB-656C61407E34}" destId="{21B2BCA8-F9AF-459A-B938-93D71BCBA1D6}" srcOrd="2" destOrd="0" presId="urn:microsoft.com/office/officeart/2005/8/layout/hProcess4"/>
    <dgm:cxn modelId="{3F6E74E9-074F-44C3-913F-5168CF410DDD}" type="presParOf" srcId="{240D6076-C6B5-405A-95AB-656C61407E34}" destId="{065F2331-6E7F-4322-B6A8-484437CE2443}" srcOrd="3" destOrd="0" presId="urn:microsoft.com/office/officeart/2005/8/layout/hProcess4"/>
    <dgm:cxn modelId="{95DF60C6-F22E-4E5A-8010-699427480BB4}" type="presParOf" srcId="{240D6076-C6B5-405A-95AB-656C61407E34}" destId="{429B24C8-318A-4A79-8D77-5F67CA8513B6}" srcOrd="4" destOrd="0" presId="urn:microsoft.com/office/officeart/2005/8/layout/hProcess4"/>
    <dgm:cxn modelId="{A2034CE3-986F-45B0-93FF-BF91D5F97D97}" type="presParOf" srcId="{125E3FDE-3F97-44FE-9A2A-60283200D5A8}" destId="{11C87DAC-EE2A-4C6E-8029-5A5D396F6A56}" srcOrd="5" destOrd="0" presId="urn:microsoft.com/office/officeart/2005/8/layout/hProcess4"/>
    <dgm:cxn modelId="{46169135-B016-4C75-BBD2-30556F43CDD6}" type="presParOf" srcId="{125E3FDE-3F97-44FE-9A2A-60283200D5A8}" destId="{68AC17D7-232F-4851-9E17-7FD5EFCAA720}" srcOrd="6" destOrd="0" presId="urn:microsoft.com/office/officeart/2005/8/layout/hProcess4"/>
    <dgm:cxn modelId="{806E8D7A-ADA1-41D0-AE0A-F8918468A3F5}" type="presParOf" srcId="{68AC17D7-232F-4851-9E17-7FD5EFCAA720}" destId="{03EF104D-2E77-4345-94F2-6FDFECD97385}" srcOrd="0" destOrd="0" presId="urn:microsoft.com/office/officeart/2005/8/layout/hProcess4"/>
    <dgm:cxn modelId="{880E6194-44C2-4913-8E82-72BFB8851CED}" type="presParOf" srcId="{68AC17D7-232F-4851-9E17-7FD5EFCAA720}" destId="{66B41345-00D5-4435-8E10-840E6C2FC0C2}" srcOrd="1" destOrd="0" presId="urn:microsoft.com/office/officeart/2005/8/layout/hProcess4"/>
    <dgm:cxn modelId="{24E580D8-1789-4480-9C3C-DF2D4B0A71AD}" type="presParOf" srcId="{68AC17D7-232F-4851-9E17-7FD5EFCAA720}" destId="{C057ECB2-1349-4A90-BDAA-BEC96ED1CFAC}" srcOrd="2" destOrd="0" presId="urn:microsoft.com/office/officeart/2005/8/layout/hProcess4"/>
    <dgm:cxn modelId="{F52CCEFD-EECB-450C-92F0-B731652A7A91}" type="presParOf" srcId="{68AC17D7-232F-4851-9E17-7FD5EFCAA720}" destId="{2375D104-D6EB-4354-90DE-F3BCCAA07180}" srcOrd="3" destOrd="0" presId="urn:microsoft.com/office/officeart/2005/8/layout/hProcess4"/>
    <dgm:cxn modelId="{1955B99D-5FA7-4E51-A7DC-327F8FFAE7E2}" type="presParOf" srcId="{68AC17D7-232F-4851-9E17-7FD5EFCAA720}" destId="{2804C9C3-ACB5-4FBA-87B8-6B111AF4BE4D}" srcOrd="4" destOrd="0" presId="urn:microsoft.com/office/officeart/2005/8/layout/hProcess4"/>
    <dgm:cxn modelId="{FA985A0E-B96A-45E1-9E07-4210352186E9}" type="presParOf" srcId="{125E3FDE-3F97-44FE-9A2A-60283200D5A8}" destId="{3C1623D8-6B8C-45A2-86C2-B860524E5FD0}" srcOrd="7" destOrd="0" presId="urn:microsoft.com/office/officeart/2005/8/layout/hProcess4"/>
    <dgm:cxn modelId="{09B56DC6-3CAB-4F48-AC20-9EC38DE48DE2}" type="presParOf" srcId="{125E3FDE-3F97-44FE-9A2A-60283200D5A8}" destId="{F1E20761-1571-4F75-810C-7FCE64CE347D}" srcOrd="8" destOrd="0" presId="urn:microsoft.com/office/officeart/2005/8/layout/hProcess4"/>
    <dgm:cxn modelId="{EA990989-ADC8-4B5D-8D0F-90EC0238853F}" type="presParOf" srcId="{F1E20761-1571-4F75-810C-7FCE64CE347D}" destId="{33AF205C-6C89-4F4F-B0E1-6A5D4D391CB7}" srcOrd="0" destOrd="0" presId="urn:microsoft.com/office/officeart/2005/8/layout/hProcess4"/>
    <dgm:cxn modelId="{E0250FC3-91FD-49AF-B87E-B5B205C809BE}" type="presParOf" srcId="{F1E20761-1571-4F75-810C-7FCE64CE347D}" destId="{109C4C4E-905A-4CB5-932A-A5194B90FCB2}" srcOrd="1" destOrd="0" presId="urn:microsoft.com/office/officeart/2005/8/layout/hProcess4"/>
    <dgm:cxn modelId="{AE046CAC-6DB7-4C97-925A-8AE4E5D4F293}" type="presParOf" srcId="{F1E20761-1571-4F75-810C-7FCE64CE347D}" destId="{4C0B9D11-7D37-446B-8276-488984E426CF}" srcOrd="2" destOrd="0" presId="urn:microsoft.com/office/officeart/2005/8/layout/hProcess4"/>
    <dgm:cxn modelId="{36AA59A3-BB91-45A0-8822-12D94C1C86E9}" type="presParOf" srcId="{F1E20761-1571-4F75-810C-7FCE64CE347D}" destId="{69845850-50FB-46FB-AA97-7CF045F82546}" srcOrd="3" destOrd="0" presId="urn:microsoft.com/office/officeart/2005/8/layout/hProcess4"/>
    <dgm:cxn modelId="{8392E80D-1884-405C-88F6-E952AFC348E5}" type="presParOf" srcId="{F1E20761-1571-4F75-810C-7FCE64CE347D}" destId="{C2C7574E-CEC4-453F-B4F4-C91439F7C4E3}" srcOrd="4" destOrd="0" presId="urn:microsoft.com/office/officeart/2005/8/layout/hProcess4"/>
    <dgm:cxn modelId="{66E5526A-D6EF-4C50-AAC2-6466879F2B2B}" type="presParOf" srcId="{125E3FDE-3F97-44FE-9A2A-60283200D5A8}" destId="{4BE09CA0-FAED-4D63-A67A-BE7331D38830}" srcOrd="9" destOrd="0" presId="urn:microsoft.com/office/officeart/2005/8/layout/hProcess4"/>
    <dgm:cxn modelId="{E45F333A-893C-4C4C-BB2F-7907EBE9ADAA}" type="presParOf" srcId="{125E3FDE-3F97-44FE-9A2A-60283200D5A8}" destId="{6E68AB94-5ED3-448C-9380-1286D4C3A635}" srcOrd="10" destOrd="0" presId="urn:microsoft.com/office/officeart/2005/8/layout/hProcess4"/>
    <dgm:cxn modelId="{DCDA4F8E-E2AE-4D7B-90C3-9A2BB3FB91A7}" type="presParOf" srcId="{6E68AB94-5ED3-448C-9380-1286D4C3A635}" destId="{5BCDCF66-FE4D-4BD3-99DC-926640FB3685}" srcOrd="0" destOrd="0" presId="urn:microsoft.com/office/officeart/2005/8/layout/hProcess4"/>
    <dgm:cxn modelId="{B4785BE3-62DD-4F85-AABA-8BECE3CBFDB0}" type="presParOf" srcId="{6E68AB94-5ED3-448C-9380-1286D4C3A635}" destId="{C38825DC-C09D-4134-9D21-38E4911C4FED}" srcOrd="1" destOrd="0" presId="urn:microsoft.com/office/officeart/2005/8/layout/hProcess4"/>
    <dgm:cxn modelId="{F6CC4EB6-5B7C-48EA-A4B5-01FA380A4CF9}" type="presParOf" srcId="{6E68AB94-5ED3-448C-9380-1286D4C3A635}" destId="{DF3E0B8A-1443-4443-B9E6-1C1D880257B1}" srcOrd="2" destOrd="0" presId="urn:microsoft.com/office/officeart/2005/8/layout/hProcess4"/>
    <dgm:cxn modelId="{F880DD7A-DA26-4EB3-8ED5-C414528FA84C}" type="presParOf" srcId="{6E68AB94-5ED3-448C-9380-1286D4C3A635}" destId="{D34E3073-8696-40BD-96C9-FF1BCF683BCD}" srcOrd="3" destOrd="0" presId="urn:microsoft.com/office/officeart/2005/8/layout/hProcess4"/>
    <dgm:cxn modelId="{F144EAB5-FDE8-4DE4-9520-463AA9402445}" type="presParOf" srcId="{6E68AB94-5ED3-448C-9380-1286D4C3A635}" destId="{337ECA39-CDDF-4EE5-9958-25E59FAD9F14}" srcOrd="4" destOrd="0" presId="urn:microsoft.com/office/officeart/2005/8/layout/h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143139B-1A26-41BA-95E2-77A62D727E21}">
      <dsp:nvSpPr>
        <dsp:cNvPr id="0" name=""/>
        <dsp:cNvSpPr/>
      </dsp:nvSpPr>
      <dsp:spPr>
        <a:xfrm>
          <a:off x="31944" y="142672"/>
          <a:ext cx="1092157" cy="90080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t" anchorCtr="0">
          <a:noAutofit/>
        </a:bodyPr>
        <a:lstStyle/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800" kern="1200" dirty="0"/>
            <a:t>Define problem, gather requirements, choose sensors and communication methods.</a:t>
          </a:r>
          <a:endParaRPr lang="ro-RO" sz="800" kern="1200" dirty="0"/>
        </a:p>
      </dsp:txBody>
      <dsp:txXfrm>
        <a:off x="52674" y="163402"/>
        <a:ext cx="1050697" cy="666312"/>
      </dsp:txXfrm>
    </dsp:sp>
    <dsp:sp modelId="{A8629F5A-6523-4AC2-9442-A426C5BD4469}">
      <dsp:nvSpPr>
        <dsp:cNvPr id="0" name=""/>
        <dsp:cNvSpPr/>
      </dsp:nvSpPr>
      <dsp:spPr>
        <a:xfrm>
          <a:off x="241176" y="349390"/>
          <a:ext cx="1646325" cy="2585756"/>
        </a:xfrm>
        <a:prstGeom prst="leftCircularArrow">
          <a:avLst>
            <a:gd name="adj1" fmla="val 2029"/>
            <a:gd name="adj2" fmla="val 243286"/>
            <a:gd name="adj3" fmla="val 6467076"/>
            <a:gd name="adj4" fmla="val 13472769"/>
            <a:gd name="adj5" fmla="val 2368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8B5C2169-DF37-4931-8AA8-0E4F9B0B7BBA}">
      <dsp:nvSpPr>
        <dsp:cNvPr id="0" name=""/>
        <dsp:cNvSpPr/>
      </dsp:nvSpPr>
      <dsp:spPr>
        <a:xfrm>
          <a:off x="93524" y="881922"/>
          <a:ext cx="970806" cy="3860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9050" tIns="12700" rIns="1905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1️⃣ Research &amp; Planning </a:t>
          </a:r>
          <a:endParaRPr lang="ro-RO" sz="1000" kern="1200" dirty="0"/>
        </a:p>
      </dsp:txBody>
      <dsp:txXfrm>
        <a:off x="104831" y="893229"/>
        <a:ext cx="948192" cy="363443"/>
      </dsp:txXfrm>
    </dsp:sp>
    <dsp:sp modelId="{A28C1E0B-D5B9-4076-AEE9-73CC07D65D46}">
      <dsp:nvSpPr>
        <dsp:cNvPr id="0" name=""/>
        <dsp:cNvSpPr/>
      </dsp:nvSpPr>
      <dsp:spPr>
        <a:xfrm>
          <a:off x="857021" y="2241920"/>
          <a:ext cx="1092157" cy="90080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t" anchorCtr="0">
          <a:noAutofit/>
        </a:bodyPr>
        <a:lstStyle/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800" kern="1200" dirty="0"/>
            <a:t>Integrated the ESP32 microcontroller with sensors and relay modules.</a:t>
          </a:r>
          <a:endParaRPr lang="ro-RO" sz="800" kern="1200" dirty="0"/>
        </a:p>
      </dsp:txBody>
      <dsp:txXfrm>
        <a:off x="877751" y="2455679"/>
        <a:ext cx="1050697" cy="666312"/>
      </dsp:txXfrm>
    </dsp:sp>
    <dsp:sp modelId="{867D03D1-3987-4E05-8407-3D00739CB1EA}">
      <dsp:nvSpPr>
        <dsp:cNvPr id="0" name=""/>
        <dsp:cNvSpPr/>
      </dsp:nvSpPr>
      <dsp:spPr>
        <a:xfrm>
          <a:off x="1280455" y="293385"/>
          <a:ext cx="1470296" cy="3062818"/>
        </a:xfrm>
        <a:prstGeom prst="circularArrow">
          <a:avLst>
            <a:gd name="adj1" fmla="val 1982"/>
            <a:gd name="adj2" fmla="val 237318"/>
            <a:gd name="adj3" fmla="val 15863891"/>
            <a:gd name="adj4" fmla="val 8852231"/>
            <a:gd name="adj5" fmla="val 2312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A0502856-08E2-4E16-BD3D-42A298DBB10A}">
      <dsp:nvSpPr>
        <dsp:cNvPr id="0" name=""/>
        <dsp:cNvSpPr/>
      </dsp:nvSpPr>
      <dsp:spPr>
        <a:xfrm>
          <a:off x="925324" y="1929527"/>
          <a:ext cx="970806" cy="3860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9050" tIns="12700" rIns="1905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o-RO" sz="1000" kern="1200" dirty="0"/>
            <a:t>2️⃣ </a:t>
          </a:r>
          <a:r>
            <a:rPr lang="en-US" sz="1000" kern="1200" dirty="0"/>
            <a:t>Hardware Assembly </a:t>
          </a:r>
          <a:endParaRPr lang="ro-RO" sz="1000" kern="1200" dirty="0"/>
        </a:p>
      </dsp:txBody>
      <dsp:txXfrm>
        <a:off x="936631" y="1940834"/>
        <a:ext cx="948192" cy="363443"/>
      </dsp:txXfrm>
    </dsp:sp>
    <dsp:sp modelId="{EC808D77-D676-4233-9839-C8D002ABBA24}">
      <dsp:nvSpPr>
        <dsp:cNvPr id="0" name=""/>
        <dsp:cNvSpPr/>
      </dsp:nvSpPr>
      <dsp:spPr>
        <a:xfrm>
          <a:off x="2012629" y="175857"/>
          <a:ext cx="1092157" cy="90080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t" anchorCtr="0">
          <a:noAutofit/>
        </a:bodyPr>
        <a:lstStyle/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800" kern="1200" dirty="0"/>
            <a:t>Implemented sensor reading, control </a:t>
          </a:r>
          <a:r>
            <a:rPr lang="en-US" sz="800" kern="1200" dirty="0" err="1"/>
            <a:t>logic,RGB</a:t>
          </a:r>
          <a:r>
            <a:rPr lang="en-US" sz="800" kern="1200" dirty="0"/>
            <a:t> LED indicators.</a:t>
          </a:r>
          <a:endParaRPr lang="ro-RO" sz="800" kern="1200" dirty="0"/>
        </a:p>
      </dsp:txBody>
      <dsp:txXfrm>
        <a:off x="2033359" y="196587"/>
        <a:ext cx="1050697" cy="666312"/>
      </dsp:txXfrm>
    </dsp:sp>
    <dsp:sp modelId="{11C87DAC-EE2A-4C6E-8029-5A5D396F6A56}">
      <dsp:nvSpPr>
        <dsp:cNvPr id="0" name=""/>
        <dsp:cNvSpPr/>
      </dsp:nvSpPr>
      <dsp:spPr>
        <a:xfrm>
          <a:off x="2386770" y="178281"/>
          <a:ext cx="1803212" cy="2725203"/>
        </a:xfrm>
        <a:prstGeom prst="leftCircularArrow">
          <a:avLst>
            <a:gd name="adj1" fmla="val 1925"/>
            <a:gd name="adj2" fmla="val 230290"/>
            <a:gd name="adj3" fmla="val 5776458"/>
            <a:gd name="adj4" fmla="val 12795146"/>
            <a:gd name="adj5" fmla="val 2246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065F2331-6E7F-4322-B6A8-484437CE2443}">
      <dsp:nvSpPr>
        <dsp:cNvPr id="0" name=""/>
        <dsp:cNvSpPr/>
      </dsp:nvSpPr>
      <dsp:spPr>
        <a:xfrm>
          <a:off x="2078539" y="873784"/>
          <a:ext cx="970806" cy="3860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9050" tIns="12700" rIns="1905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o-RO" sz="1000" kern="1200" dirty="0"/>
            <a:t>3️⃣</a:t>
          </a:r>
          <a:r>
            <a:rPr lang="en-US" sz="1000" kern="1200" dirty="0"/>
            <a:t> Firmware Development </a:t>
          </a:r>
          <a:endParaRPr lang="ro-RO" sz="1000" kern="1200" dirty="0"/>
        </a:p>
      </dsp:txBody>
      <dsp:txXfrm>
        <a:off x="2089846" y="885091"/>
        <a:ext cx="948192" cy="363443"/>
      </dsp:txXfrm>
    </dsp:sp>
    <dsp:sp modelId="{66B41345-00D5-4435-8E10-840E6C2FC0C2}">
      <dsp:nvSpPr>
        <dsp:cNvPr id="0" name=""/>
        <dsp:cNvSpPr/>
      </dsp:nvSpPr>
      <dsp:spPr>
        <a:xfrm>
          <a:off x="3290951" y="2186572"/>
          <a:ext cx="1092157" cy="90080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t" anchorCtr="0">
          <a:noAutofit/>
        </a:bodyPr>
        <a:lstStyle/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800" kern="1200" dirty="0"/>
            <a:t>Implement MQTT publishing, local HTTP server, and dual Wi-Fi mode  (AP + STA).</a:t>
          </a:r>
          <a:endParaRPr lang="ro-RO" sz="800" kern="1200" dirty="0"/>
        </a:p>
      </dsp:txBody>
      <dsp:txXfrm>
        <a:off x="3311681" y="2400330"/>
        <a:ext cx="1050697" cy="666312"/>
      </dsp:txXfrm>
    </dsp:sp>
    <dsp:sp modelId="{3C1623D8-6B8C-45A2-86C2-B860524E5FD0}">
      <dsp:nvSpPr>
        <dsp:cNvPr id="0" name=""/>
        <dsp:cNvSpPr/>
      </dsp:nvSpPr>
      <dsp:spPr>
        <a:xfrm>
          <a:off x="3603936" y="349387"/>
          <a:ext cx="1824136" cy="2796296"/>
        </a:xfrm>
        <a:prstGeom prst="circularArrow">
          <a:avLst>
            <a:gd name="adj1" fmla="val 1877"/>
            <a:gd name="adj2" fmla="val 224185"/>
            <a:gd name="adj3" fmla="val 16243579"/>
            <a:gd name="adj4" fmla="val 9218785"/>
            <a:gd name="adj5" fmla="val 2189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2375D104-D6EB-4354-90DE-F3BCCAA07180}">
      <dsp:nvSpPr>
        <dsp:cNvPr id="0" name=""/>
        <dsp:cNvSpPr/>
      </dsp:nvSpPr>
      <dsp:spPr>
        <a:xfrm>
          <a:off x="3334659" y="1915482"/>
          <a:ext cx="970806" cy="3860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9050" tIns="12700" rIns="1905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o-RO" sz="1000" kern="1200" dirty="0"/>
            <a:t>4️⃣</a:t>
          </a:r>
          <a:r>
            <a:rPr lang="en-US" sz="1000" kern="1200" dirty="0"/>
            <a:t> IoT Integration </a:t>
          </a:r>
          <a:endParaRPr lang="ro-RO" sz="1000" kern="1200" dirty="0"/>
        </a:p>
      </dsp:txBody>
      <dsp:txXfrm>
        <a:off x="3345966" y="1926789"/>
        <a:ext cx="948192" cy="363443"/>
      </dsp:txXfrm>
    </dsp:sp>
    <dsp:sp modelId="{109C4C4E-905A-4CB5-932A-A5194B90FCB2}">
      <dsp:nvSpPr>
        <dsp:cNvPr id="0" name=""/>
        <dsp:cNvSpPr/>
      </dsp:nvSpPr>
      <dsp:spPr>
        <a:xfrm>
          <a:off x="4695538" y="175857"/>
          <a:ext cx="1092157" cy="90080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t" anchorCtr="0">
          <a:noAutofit/>
        </a:bodyPr>
        <a:lstStyle/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800" kern="1200" dirty="0"/>
            <a:t>Verified automatic fan/light control and data transmission.</a:t>
          </a:r>
          <a:endParaRPr lang="ro-RO" sz="800" kern="1200" dirty="0"/>
        </a:p>
      </dsp:txBody>
      <dsp:txXfrm>
        <a:off x="4716268" y="196587"/>
        <a:ext cx="1050697" cy="666312"/>
      </dsp:txXfrm>
    </dsp:sp>
    <dsp:sp modelId="{4BE09CA0-FAED-4D63-A67A-BE7331D38830}">
      <dsp:nvSpPr>
        <dsp:cNvPr id="0" name=""/>
        <dsp:cNvSpPr/>
      </dsp:nvSpPr>
      <dsp:spPr>
        <a:xfrm>
          <a:off x="5071131" y="95875"/>
          <a:ext cx="1786908" cy="2755023"/>
        </a:xfrm>
        <a:prstGeom prst="leftCircularArrow">
          <a:avLst>
            <a:gd name="adj1" fmla="val 1905"/>
            <a:gd name="adj2" fmla="val 227689"/>
            <a:gd name="adj3" fmla="val 5766107"/>
            <a:gd name="adj4" fmla="val 12787397"/>
            <a:gd name="adj5" fmla="val 2222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69845850-50FB-46FB-AA97-7CF045F82546}">
      <dsp:nvSpPr>
        <dsp:cNvPr id="0" name=""/>
        <dsp:cNvSpPr/>
      </dsp:nvSpPr>
      <dsp:spPr>
        <a:xfrm>
          <a:off x="4789853" y="853080"/>
          <a:ext cx="970806" cy="3860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9050" tIns="12700" rIns="1905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o-RO" sz="1000" kern="1200" dirty="0"/>
            <a:t>5️⃣</a:t>
          </a:r>
          <a:r>
            <a:rPr lang="en-US" sz="1000" kern="1200" dirty="0"/>
            <a:t> Testing &amp; Optimization </a:t>
          </a:r>
          <a:endParaRPr lang="ro-RO" sz="1000" kern="1200" dirty="0"/>
        </a:p>
      </dsp:txBody>
      <dsp:txXfrm>
        <a:off x="4801160" y="864387"/>
        <a:ext cx="948192" cy="363443"/>
      </dsp:txXfrm>
    </dsp:sp>
    <dsp:sp modelId="{C38825DC-C09D-4134-9D21-38E4911C4FED}">
      <dsp:nvSpPr>
        <dsp:cNvPr id="0" name=""/>
        <dsp:cNvSpPr/>
      </dsp:nvSpPr>
      <dsp:spPr>
        <a:xfrm>
          <a:off x="6018704" y="2186572"/>
          <a:ext cx="1092157" cy="90080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t" anchorCtr="0">
          <a:noAutofit/>
        </a:bodyPr>
        <a:lstStyle/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800" kern="1200" dirty="0"/>
            <a:t>Add motion detection/touch switch remote, mobile app, and AI optimization.</a:t>
          </a:r>
          <a:endParaRPr lang="ro-RO" sz="800" kern="1200" dirty="0"/>
        </a:p>
      </dsp:txBody>
      <dsp:txXfrm>
        <a:off x="6039434" y="2400330"/>
        <a:ext cx="1050697" cy="666312"/>
      </dsp:txXfrm>
    </dsp:sp>
    <dsp:sp modelId="{D34E3073-8696-40BD-96C9-FF1BCF683BCD}">
      <dsp:nvSpPr>
        <dsp:cNvPr id="0" name=""/>
        <dsp:cNvSpPr/>
      </dsp:nvSpPr>
      <dsp:spPr>
        <a:xfrm>
          <a:off x="6072437" y="1921578"/>
          <a:ext cx="970806" cy="3860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9050" tIns="12700" rIns="1905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o-RO" sz="1000" kern="1200" dirty="0"/>
            <a:t>6️⃣</a:t>
          </a:r>
          <a:r>
            <a:rPr lang="en-US" sz="1000" kern="1200" dirty="0"/>
            <a:t> Future Enhancements </a:t>
          </a:r>
          <a:endParaRPr lang="ro-RO" sz="1000" kern="1200" dirty="0"/>
        </a:p>
      </dsp:txBody>
      <dsp:txXfrm>
        <a:off x="6083744" y="1932885"/>
        <a:ext cx="948192" cy="36344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4">
  <dgm:title val=""/>
  <dgm:desc val=""/>
  <dgm:catLst>
    <dgm:cat type="process" pri="4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w" for="ch" forName="tSp" refType="w"/>
      <dgm:constr type="h" for="ch" forName="tSp" refType="h" fact="0.15"/>
      <dgm:constr type="l" for="ch" forName="tSp"/>
      <dgm:constr type="t" for="ch" forName="tSp"/>
      <dgm:constr type="w" for="ch" forName="bSp" refType="w"/>
      <dgm:constr type="h" for="ch" forName="bSp" refType="h" fact="0.15"/>
      <dgm:constr type="l" for="ch" forName="bSp"/>
      <dgm:constr type="t" for="ch" forName="bSp" refType="h" fact="0.85"/>
      <dgm:constr type="w" for="ch" forName="process" refType="w"/>
      <dgm:constr type="h" for="ch" forName="process" refType="h" fact="0.7"/>
      <dgm:constr type="l" for="ch" forName="process"/>
      <dgm:constr type="t" for="ch" forName="process" refType="h" fact="0.15"/>
    </dgm:constrLst>
    <dgm:ruleLst/>
    <dgm:layoutNode name="tSp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bSp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process">
      <dgm:choose name="Name1">
        <dgm:if name="Name2" func="var" arg="dir" op="equ" val="norm">
          <dgm:alg type="lin">
            <dgm:param type="linDir" val="fromL"/>
          </dgm:alg>
        </dgm:if>
        <dgm:else name="Name3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osite1" refType="w"/>
        <dgm:constr type="w" for="ch" forName="composite2" refType="w" refFor="ch" refForName="composite1" op="equ"/>
        <dgm:constr type="h" for="ch" forName="composite1" refType="h"/>
        <dgm:constr type="h" for="ch" forName="composite2" refType="h" refFor="ch" refForName="composite1" op="equ"/>
        <dgm:constr type="primFontSz" for="des" forName="parentNode1" val="65"/>
        <dgm:constr type="primFontSz" for="des" forName="parentNode2" refType="primFontSz" refFor="des" refForName="parentNode1" op="equ"/>
        <dgm:constr type="secFontSz" for="des" forName="childNode1tx" val="65"/>
        <dgm:constr type="secFontSz" for="des" forName="childNode2tx" refType="secFontSz" refFor="des" refForName="childNode1tx" op="equ"/>
        <dgm:constr type="w" for="des" ptType="sibTrans" refType="w" refFor="ch" refForName="composite1" op="equ" fact="0.05"/>
      </dgm:constrLst>
      <dgm:ruleLst/>
      <dgm:forEach name="Name4" axis="ch" ptType="node" step="2">
        <dgm:layoutNode name="composite1">
          <dgm:alg type="composite">
            <dgm:param type="ar" val="0.943"/>
          </dgm:alg>
          <dgm:shape xmlns:r="http://schemas.openxmlformats.org/officeDocument/2006/relationships" r:blip="">
            <dgm:adjLst/>
          </dgm:shape>
          <dgm:presOf/>
          <dgm:choose name="Name5">
            <dgm:if name="Name6" func="var" arg="dir" op="equ" val="norm">
              <dgm:constrLst>
                <dgm:constr type="h" refType="w" fact="1.06"/>
                <dgm:constr type="w" for="ch" forName="dummyNode1" refType="w"/>
                <dgm:constr type="h" for="ch" forName="dummyNode1" refType="h"/>
                <dgm:constr type="t" for="ch" forName="dummyNode1"/>
                <dgm:constr type="l" for="ch" forName="dummyNode1"/>
                <dgm:constr type="w" for="ch" forName="childNode1" refType="w" fact="0.9"/>
                <dgm:constr type="h" for="ch" forName="childNode1" refType="h" fact="0.7"/>
                <dgm:constr type="t" for="ch" forName="childNode1" refType="h" fact="0.15"/>
                <dgm:constr type="l" for="ch" forName="childNode1"/>
                <dgm:constr type="w" for="ch" forName="childNode1tx" refType="w" fact="0.9"/>
                <dgm:constr type="h" for="ch" forName="childNode1tx" refType="h" fact="0.55"/>
                <dgm:constr type="t" for="ch" forName="childNode1tx" refType="h" fact="0.15"/>
                <dgm:constr type="l" for="ch" forName="childNode1tx"/>
                <dgm:constr type="w" for="ch" forName="parentNode1" refType="w" fact="0.8"/>
                <dgm:constr type="h" for="ch" forName="parentNode1" refType="h" fact="0.3"/>
                <dgm:constr type="t" for="ch" forName="parentNode1" refType="h" fact="0.7"/>
                <dgm:constr type="l" for="ch" forName="parentNode1" refType="w" fact="0.2"/>
                <dgm:constr type="w" for="ch" forName="connSite1" refType="w" fact="0.01"/>
                <dgm:constr type="h" for="ch" forName="connSite1" refType="h" fact="0.01"/>
                <dgm:constr type="t" for="ch" forName="connSite1"/>
                <dgm:constr type="l" for="ch" forName="connSite1" refType="w" fact="0.35"/>
              </dgm:constrLst>
            </dgm:if>
            <dgm:else name="Name7">
              <dgm:constrLst>
                <dgm:constr type="h" refType="w" fact="1.06"/>
                <dgm:constr type="w" for="ch" forName="dummyNode1" refType="w"/>
                <dgm:constr type="h" for="ch" forName="dummyNode1" refType="h"/>
                <dgm:constr type="t" for="ch" forName="dummyNode1"/>
                <dgm:constr type="l" for="ch" forName="dummyNode1"/>
                <dgm:constr type="w" for="ch" forName="childNode1" refType="w" fact="0.9"/>
                <dgm:constr type="h" for="ch" forName="childNode1" refType="h" fact="0.7"/>
                <dgm:constr type="t" for="ch" forName="childNode1" refType="h" fact="0.15"/>
                <dgm:constr type="l" for="ch" forName="childNode1" refType="w" fact="0.1"/>
                <dgm:constr type="w" for="ch" forName="childNode1tx" refType="w" fact="0.9"/>
                <dgm:constr type="h" for="ch" forName="childNode1tx" refType="h" fact="0.55"/>
                <dgm:constr type="t" for="ch" forName="childNode1tx" refType="h" fact="0.15"/>
                <dgm:constr type="l" for="ch" forName="childNode1tx" refType="w" fact="0.1"/>
                <dgm:constr type="w" for="ch" forName="parentNode1" refType="w" fact="0.8"/>
                <dgm:constr type="h" for="ch" forName="parentNode1" refType="h" fact="0.3"/>
                <dgm:constr type="t" for="ch" forName="parentNode1" refType="h" fact="0.7"/>
                <dgm:constr type="l" for="ch" forName="parentNode1"/>
                <dgm:constr type="w" for="ch" forName="connSite1" refType="w" fact="0.01"/>
                <dgm:constr type="h" for="ch" forName="connSite1" refType="h" fact="0.01"/>
                <dgm:constr type="t" for="ch" forName="connSite1"/>
                <dgm:constr type="l" for="ch" forName="connSite1" refType="w" fact="0.65"/>
              </dgm:constrLst>
            </dgm:else>
          </dgm:choose>
          <dgm:ruleLst/>
          <dgm:layoutNode name="dummyNode1">
            <dgm:alg type="sp"/>
            <dgm:shape xmlns:r="http://schemas.openxmlformats.org/officeDocument/2006/relationships" type="rect" r:blip="" hideGeom="1">
              <dgm:adjLst/>
            </dgm:shape>
            <dgm:presOf/>
            <dgm:constrLst/>
            <dgm:ruleLst/>
          </dgm:layoutNode>
          <dgm:layoutNode name="childNode1" styleLbl="bgAcc1">
            <dgm:varLst>
              <dgm:bulletEnabled val="1"/>
            </dgm:varLst>
            <dgm:alg type="sp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" ptType="node"/>
            <dgm:constrLst/>
            <dgm:ruleLst/>
          </dgm:layoutNode>
          <dgm:layoutNode name="childNode1tx" styleLbl="bgAcc1">
            <dgm:varLst>
              <dgm:bulletEnabled val="1"/>
            </dgm:varLst>
            <dgm:alg type="tx">
              <dgm:param type="stBulletLvl" val="1"/>
            </dgm:alg>
            <dgm:shape xmlns:r="http://schemas.openxmlformats.org/officeDocument/2006/relationships" type="roundRect" r:blip="" hideGeom="1">
              <dgm:adjLst>
                <dgm:adj idx="1" val="0.1"/>
              </dgm:adjLst>
            </dgm:shape>
            <dgm:presOf axis="des" ptType="node"/>
            <dgm:constrLst>
              <dgm:constr type="secFontSz" val="65"/>
              <dgm:constr type="primFontSz" refType="secFontSz"/>
              <dgm:constr type="tMarg" refType="secFontSz" fact="0.15"/>
              <dgm:constr type="bMarg" refType="secFontSz" fact="0.15"/>
              <dgm:constr type="lMarg" refType="secFontSz" fact="0.15"/>
              <dgm:constr type="rMarg" refType="secFontSz" fact="0.15"/>
            </dgm:constrLst>
            <dgm:ruleLst>
              <dgm:rule type="secFontSz" val="5" fact="NaN" max="NaN"/>
            </dgm:ruleLst>
          </dgm:layoutNode>
          <dgm:layoutNode name="parentNode1" styleLbl="node1">
            <dgm:varLst>
              <dgm:chMax val="1"/>
              <dgm:bulletEnabled val="1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1"/>
              <dgm:constr type="bMarg" refType="primFontSz" fact="0.1"/>
              <dgm:constr type="lMarg" refType="primFontSz" fact="0.15"/>
              <dgm:constr type="rMarg" refType="primFontSz" fact="0.15"/>
            </dgm:constrLst>
            <dgm:ruleLst>
              <dgm:rule type="primFontSz" val="5" fact="NaN" max="NaN"/>
            </dgm:ruleLst>
          </dgm:layoutNode>
          <dgm:layoutNode name="connSite1" moveWith="childNode1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layoutNode>
        <dgm:forEach name="Name8" axis="followSib" ptType="sibTrans" cnt="1">
          <dgm:layoutNode name="Name9">
            <dgm:alg type="conn">
              <dgm:param type="connRout" val="curve"/>
              <dgm:param type="srcNode" val="parentNode1"/>
              <dgm:param type="dstNode" val="connSite2"/>
              <dgm:param type="begPts" val="bCtr"/>
              <dgm:param type="endPts" val="bCtr"/>
            </dgm:alg>
            <dgm:shape xmlns:r="http://schemas.openxmlformats.org/officeDocument/2006/relationships" type="conn" r:blip="" zOrderOff="-2">
              <dgm:adjLst/>
            </dgm:shape>
            <dgm:presOf axis="self"/>
            <dgm:choose name="Name10">
              <dgm:if name="Name11" func="var" arg="dir" op="equ" val="norm">
                <dgm:constrLst>
                  <dgm:constr type="h" refType="w" fact="0.35"/>
                  <dgm:constr type="wArH" refType="h"/>
                  <dgm:constr type="hArH" refType="h"/>
                  <dgm:constr type="connDist"/>
                  <dgm:constr type="diam" refType="connDist" fact="-1.15"/>
                  <dgm:constr type="begPad"/>
                  <dgm:constr type="endPad"/>
                </dgm:constrLst>
              </dgm:if>
              <dgm:else name="Name12">
                <dgm:constrLst>
                  <dgm:constr type="h" refType="w" fact="0.35"/>
                  <dgm:constr type="wArH" refType="h"/>
                  <dgm:constr type="hArH" refType="h"/>
                  <dgm:constr type="connDist"/>
                  <dgm:constr type="diam" refType="connDist" fact="1.15"/>
                  <dgm:constr type="begPad"/>
                  <dgm:constr type="endPad"/>
                </dgm:constrLst>
              </dgm:else>
            </dgm:choose>
            <dgm:ruleLst/>
          </dgm:layoutNode>
        </dgm:forEach>
        <dgm:forEach name="Name13" axis="followSib" ptType="node" cnt="1">
          <dgm:layoutNode name="composite2">
            <dgm:alg type="composite">
              <dgm:param type="ar" val="0.943"/>
            </dgm:alg>
            <dgm:shape xmlns:r="http://schemas.openxmlformats.org/officeDocument/2006/relationships" r:blip="">
              <dgm:adjLst/>
            </dgm:shape>
            <dgm:presOf/>
            <dgm:choose name="Name14">
              <dgm:if name="Name15" func="var" arg="dir" op="equ" val="norm">
                <dgm:constrLst>
                  <dgm:constr type="h" refType="w" fact="1.06"/>
                  <dgm:constr type="w" for="ch" forName="dummyNode2" refType="w"/>
                  <dgm:constr type="h" for="ch" forName="dummyNode2" refType="h"/>
                  <dgm:constr type="t" for="ch" forName="dummyNode2"/>
                  <dgm:constr type="l" for="ch" forName="dummyNode2"/>
                  <dgm:constr type="w" for="ch" forName="childNode2" refType="w" fact="0.9"/>
                  <dgm:constr type="h" for="ch" forName="childNode2" refType="h" fact="0.7"/>
                  <dgm:constr type="t" for="ch" forName="childNode2" refType="h" fact="0.15"/>
                  <dgm:constr type="l" for="ch" forName="childNode2"/>
                  <dgm:constr type="w" for="ch" forName="childNode2tx" refType="w" fact="0.9"/>
                  <dgm:constr type="h" for="ch" forName="childNode2tx" refType="h" fact="0.55"/>
                  <dgm:constr type="t" for="ch" forName="childNode2tx" refType="h" fact="0.3"/>
                  <dgm:constr type="l" for="ch" forName="childNode2tx"/>
                  <dgm:constr type="w" for="ch" forName="parentNode2" refType="w" fact="0.8"/>
                  <dgm:constr type="h" for="ch" forName="parentNode2" refType="h" fact="0.3"/>
                  <dgm:constr type="t" for="ch" forName="parentNode2"/>
                  <dgm:constr type="l" for="ch" forName="parentNode2" refType="w" fact="0.2"/>
                  <dgm:constr type="w" for="ch" forName="connSite2" refType="w" fact="0.01"/>
                  <dgm:constr type="h" for="ch" forName="connSite2" refType="h" fact="0.01"/>
                  <dgm:constr type="t" for="ch" forName="connSite2" refType="h" fact="0.99"/>
                  <dgm:constr type="l" for="ch" forName="connSite2" refType="w" fact="0.25"/>
                </dgm:constrLst>
              </dgm:if>
              <dgm:else name="Name16">
                <dgm:constrLst>
                  <dgm:constr type="h" refType="w" fact="1.06"/>
                  <dgm:constr type="w" for="ch" forName="dummyNode2" refType="w"/>
                  <dgm:constr type="h" for="ch" forName="dummyNode2" refType="h"/>
                  <dgm:constr type="t" for="ch" forName="dummyNode2"/>
                  <dgm:constr type="l" for="ch" forName="dummyNode2"/>
                  <dgm:constr type="w" for="ch" forName="childNode2" refType="w" fact="0.9"/>
                  <dgm:constr type="h" for="ch" forName="childNode2" refType="h" fact="0.7"/>
                  <dgm:constr type="t" for="ch" forName="childNode2" refType="h" fact="0.15"/>
                  <dgm:constr type="l" for="ch" forName="childNode2" refType="w" fact="0.1"/>
                  <dgm:constr type="w" for="ch" forName="childNode2tx" refType="w" fact="0.9"/>
                  <dgm:constr type="h" for="ch" forName="childNode2tx" refType="h" fact="0.55"/>
                  <dgm:constr type="t" for="ch" forName="childNode2tx" refType="h" fact="0.3"/>
                  <dgm:constr type="l" for="ch" forName="childNode2tx" refType="w" fact="0.1"/>
                  <dgm:constr type="w" for="ch" forName="parentNode2" refType="w" fact="0.8"/>
                  <dgm:constr type="h" for="ch" forName="parentNode2" refType="h" fact="0.3"/>
                  <dgm:constr type="t" for="ch" forName="parentNode2"/>
                  <dgm:constr type="l" for="ch" forName="parentNode2"/>
                  <dgm:constr type="w" for="ch" forName="connSite2" refType="w" fact="0.01"/>
                  <dgm:constr type="h" for="ch" forName="connSite2" refType="h" fact="0.01"/>
                  <dgm:constr type="t" for="ch" forName="connSite2" refType="h" fact="0.99"/>
                  <dgm:constr type="l" for="ch" forName="connSite2" refType="w" fact="0.85"/>
                </dgm:constrLst>
              </dgm:else>
            </dgm:choose>
            <dgm:ruleLst/>
            <dgm:layoutNode name="dummyNode2">
              <dgm:alg type="sp"/>
              <dgm:shape xmlns:r="http://schemas.openxmlformats.org/officeDocument/2006/relationships" type="rect" r:blip="" hideGeom="1">
                <dgm:adjLst/>
              </dgm:shape>
              <dgm:presOf/>
              <dgm:constrLst/>
              <dgm:ruleLst/>
            </dgm:layoutNode>
            <dgm:layoutNode name="childNode2" styleLbl="bgAcc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des" ptType="node"/>
              <dgm:constrLst/>
              <dgm:ruleLst/>
            </dgm:layoutNode>
            <dgm:layoutNode name="childNode2tx" styleLbl="bgAcc1">
              <dgm:varLst>
                <dgm:bulletEnabled val="1"/>
              </dgm:varLst>
              <dgm:alg type="tx">
                <dgm:param type="stBulletLvl" val="1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15"/>
                <dgm:constr type="bMarg" refType="secFontSz" fact="0.15"/>
                <dgm:constr type="lMarg" refType="secFontSz" fact="0.15"/>
                <dgm:constr type="rMarg" refType="secFontSz" fact="0.15"/>
              </dgm:constrLst>
              <dgm:ruleLst>
                <dgm:rule type="secFontSz" val="5" fact="NaN" max="NaN"/>
              </dgm:ruleLst>
            </dgm:layoutNode>
            <dgm:layoutNode name="parentNode2" styleLbl="node1">
              <dgm:varLst>
                <dgm:chMax val="0"/>
                <dgm:bulletEnabled val="1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connSite2" moveWith="childNode2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layoutNode>
          <dgm:forEach name="Name17" axis="followSib" ptType="sibTrans" cnt="1">
            <dgm:layoutNode name="Name18">
              <dgm:alg type="conn">
                <dgm:param type="connRout" val="curve"/>
                <dgm:param type="srcNode" val="parentNode2"/>
                <dgm:param type="dstNode" val="connSite1"/>
                <dgm:param type="begPts" val="tCtr"/>
                <dgm:param type="endPts" val="tCtr"/>
              </dgm:alg>
              <dgm:shape xmlns:r="http://schemas.openxmlformats.org/officeDocument/2006/relationships" type="conn" r:blip="" zOrderOff="-2">
                <dgm:adjLst/>
              </dgm:shape>
              <dgm:presOf axis="self"/>
              <dgm:choose name="Name19">
                <dgm:if name="Name20" func="var" arg="dir" op="equ" val="norm">
                  <dgm:constrLst>
                    <dgm:constr type="h" refType="w" fact="0.35"/>
                    <dgm:constr type="wArH" refType="h"/>
                    <dgm:constr type="hArH" refType="h"/>
                    <dgm:constr type="connDist"/>
                    <dgm:constr type="diam" refType="connDist" fact="1.15"/>
                    <dgm:constr type="begPad"/>
                    <dgm:constr type="endPad"/>
                  </dgm:constrLst>
                </dgm:if>
                <dgm:else name="Name21">
                  <dgm:constrLst>
                    <dgm:constr type="h" refType="w" fact="0.35"/>
                    <dgm:constr type="wArH" refType="h"/>
                    <dgm:constr type="hArH" refType="h"/>
                    <dgm:constr type="connDist"/>
                    <dgm:constr type="diam" refType="connDist" fact="-1.15"/>
                    <dgm:constr type="begPad"/>
                    <dgm:constr type="endPad"/>
                  </dgm:constrLst>
                </dgm:else>
              </dgm:choose>
              <dgm:ruleLst/>
            </dgm:layoutNode>
          </dgm:forEach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9T09:49:28.488"/>
    </inkml:context>
    <inkml:brush xml:id="br0">
      <inkml:brushProperty name="width" value="0.025" units="cm"/>
      <inkml:brushProperty name="height" value="0.025" units="cm"/>
      <inkml:brushProperty name="color" value="#66CC00"/>
    </inkml:brush>
  </inkml:definitions>
  <inkml:trace contextRef="#ctx0" brushRef="#br0">1 1 24575,'0'0'-8191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9T09:53:36.989"/>
    </inkml:context>
    <inkml:brush xml:id="br0">
      <inkml:brushProperty name="width" value="0.05" units="cm"/>
      <inkml:brushProperty name="height" value="0.05" units="cm"/>
      <inkml:brushProperty name="color" value="#66CC00"/>
    </inkml:brush>
  </inkml:definitions>
  <inkml:trace contextRef="#ctx0" brushRef="#br0">1 1 24575,'2'1'0,"1"1"0,0 0 0,-1 0 0,1 0 0,-1 0 0,0 0 0,1 0 0,-1 1 0,0-1 0,-1 1 0,1-1 0,0 1 0,-1 0 0,1 0 0,-1 0 0,0 0 0,1 4 0,8 12 0,38 40 0,-37-48 0,-2 0 0,1 0 0,-2 1 0,1 0 0,10 22 0,25 57 0,-15-51 0,-24-35 0,0 0 0,0 1 0,-1 0 0,0 0 0,0 0 0,-1 1 0,0-1 0,4 11 0,8 27-1365,-11-32-5461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9T09:53:37.945"/>
    </inkml:context>
    <inkml:brush xml:id="br0">
      <inkml:brushProperty name="width" value="0.05" units="cm"/>
      <inkml:brushProperty name="height" value="0.05" units="cm"/>
      <inkml:brushProperty name="color" value="#66CC00"/>
    </inkml:brush>
  </inkml:definitions>
  <inkml:trace contextRef="#ctx0" brushRef="#br0">0 459 24575,'2'-6'0,"0"-1"0,0 1 0,0-1 0,1 1 0,0 0 0,0 0 0,0 0 0,1 1 0,0-1 0,0 1 0,0 0 0,1 0 0,0 0 0,8-6 0,16-21 0,-23 26 0,0 1 0,0-1 0,0 1 0,1 0 0,0 1 0,0-1 0,0 1 0,13-5 0,-12 6 0,0-1 0,0 0 0,-1 0 0,1-1 0,-1 0 0,0-1 0,11-11 0,130-162 0,-141 171-153,1 1 0,0-1 0,0 1-1,1 1 1,12-8 0,-17 11-293,5-3-6380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9T09:53:45.537"/>
    </inkml:context>
    <inkml:brush xml:id="br0">
      <inkml:brushProperty name="width" value="0.05" units="cm"/>
      <inkml:brushProperty name="height" value="0.05" units="cm"/>
      <inkml:brushProperty name="color" value="#66CC00"/>
    </inkml:brush>
  </inkml:definitions>
  <inkml:trace contextRef="#ctx0" brushRef="#br0">1 0 24575,'5'2'0,"1"-1"0,0 0 0,-1 1 0,1 0 0,-1 0 0,1 1 0,-1 0 0,0 0 0,0 0 0,0 0 0,5 6 0,1 0 0,0 0 0,-1 1 0,15 18 0,-5 0 0,-12-16 0,-1-1 0,2 1 0,0-2 0,0 1 0,1-1 0,0-1 0,1 0 0,0 0 0,14 8 0,-14-11-1365,-3 0-5461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9T09:53:46.477"/>
    </inkml:context>
    <inkml:brush xml:id="br0">
      <inkml:brushProperty name="width" value="0.05" units="cm"/>
      <inkml:brushProperty name="height" value="0.05" units="cm"/>
      <inkml:brushProperty name="color" value="#66CC00"/>
    </inkml:brush>
  </inkml:definitions>
  <inkml:trace contextRef="#ctx0" brushRef="#br0">1 440 24575,'1'0'0,"1"-1"0,-1 0 0,1 0 0,-1 0 0,1 0 0,-1 0 0,1-1 0,-1 1 0,0 0 0,0-1 0,0 1 0,0 0 0,0-1 0,0 0 0,0 1 0,0-1 0,-1 1 0,2-3 0,13-34 0,-14 36 0,12-40 0,-10 30 0,0 1 0,1 0 0,1 0 0,0 0 0,0 0 0,1 1 0,10-15 0,-6 11 0,-1-1 0,0 0 0,12-29 0,7-14 0,-26 55 0,0 0 0,0 1 0,1 0 0,-1-1 0,1 1 0,-1 0 0,1 0 0,0 0 0,0 1 0,0-1 0,4-1 0,-3 1 0,0 0 0,0 0 0,-1 0 0,1-1 0,0 1 0,-1-1 0,6-5 0,9-15-1365,-11 14-5461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9T09:53:49.160"/>
    </inkml:context>
    <inkml:brush xml:id="br0">
      <inkml:brushProperty name="width" value="0.05" units="cm"/>
      <inkml:brushProperty name="height" value="0.05" units="cm"/>
      <inkml:brushProperty name="color" value="#66CC00"/>
    </inkml:brush>
  </inkml:definitions>
  <inkml:trace contextRef="#ctx0" brushRef="#br0">1 0 24575,'1'4'0,"1"0"0,0-1 0,0 1 0,0-1 0,0 1 0,1-1 0,-1 0 0,1 0 0,0 0 0,0 0 0,0-1 0,0 1 0,0-1 0,1 0 0,-1 0 0,7 3 0,15 13 0,-6-1 0,1-2 0,24 16 0,-3-2 0,-30-19-195,-1 0 0,-1 1 0,0 0 0,0 1 0,-1 0 0,8 16 0,-10-18-6631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9T09:53:50.456"/>
    </inkml:context>
    <inkml:brush xml:id="br0">
      <inkml:brushProperty name="width" value="0.05" units="cm"/>
      <inkml:brushProperty name="height" value="0.05" units="cm"/>
      <inkml:brushProperty name="color" value="#66CC00"/>
    </inkml:brush>
  </inkml:definitions>
  <inkml:trace contextRef="#ctx0" brushRef="#br0">1 249 24575,'5'0'0,"0"0"0,1 0 0,-1-1 0,0 0 0,0 0 0,1 0 0,-1 0 0,0-1 0,0 0 0,0 0 0,-1 0 0,7-5 0,-2 0 0,0-1 0,0 0 0,-1-1 0,8-10 0,-5 6 0,38-34-12,-42 41-100,0 0-1,0-1 0,0 1 0,0-1 0,-1-1 1,0 1-1,-1-1 0,0 0 0,0 0 1,-1 0-1,7-18 0,-7 14-6713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9T10:20:02.714"/>
    </inkml:context>
    <inkml:brush xml:id="br0">
      <inkml:brushProperty name="width" value="0.05" units="cm"/>
      <inkml:brushProperty name="height" value="0.05" units="cm"/>
      <inkml:brushProperty name="color" value="#66CC00"/>
    </inkml:brush>
  </inkml:definitions>
  <inkml:trace contextRef="#ctx0" brushRef="#br0">1 0 24575,'4'1'0,"-1"-1"0,1 1 0,0 0 0,0 0 0,-1 0 0,1 1 0,-1-1 0,1 1 0,-1 0 0,0 0 0,1 0 0,-1 0 0,0 1 0,0-1 0,4 5 0,42 54 0,-22-26 0,-22-29 11,-1-1 0,1 1 0,-1 0 0,0 0 0,-1 1 0,0-1-1,0 1 1,0 0 0,-1-1 0,3 11 0,-3 0-382,0 0-1,-1 0 1,-1 21 0,0-23-6455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9T10:20:03.728"/>
    </inkml:context>
    <inkml:brush xml:id="br0">
      <inkml:brushProperty name="width" value="0.05" units="cm"/>
      <inkml:brushProperty name="height" value="0.05" units="cm"/>
      <inkml:brushProperty name="color" value="#66CC00"/>
    </inkml:brush>
  </inkml:definitions>
  <inkml:trace contextRef="#ctx0" brushRef="#br0">1 339 24575,'-1'-22'0,"2"0"0,1 1 0,7-33 0,-8 46 0,1 1 0,1 0 0,-1 0 0,1 0 0,0 0 0,1 1 0,0-1 0,0 1 0,0 0 0,1 0 0,-1 0 0,1 1 0,11-9 0,19-14 0,-14 11 0,0 1 0,39-22 0,-32 23-1365,-16 9-5461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02140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47f5564524_2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47f5564524_2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349848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894020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36764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356493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33eb07d1d08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9" name="Google Shape;339;g33eb07d1d08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13225" y="539500"/>
            <a:ext cx="7717500" cy="924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713225" y="1363350"/>
            <a:ext cx="7717500" cy="41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l="6448" t="15268" r="28413" b="40215"/>
          <a:stretch/>
        </p:blipFill>
        <p:spPr>
          <a:xfrm>
            <a:off x="4917025" y="2254925"/>
            <a:ext cx="4226974" cy="28885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"/>
          <p:cNvSpPr txBox="1">
            <a:spLocks noGrp="1"/>
          </p:cNvSpPr>
          <p:nvPr>
            <p:ph type="title"/>
          </p:nvPr>
        </p:nvSpPr>
        <p:spPr>
          <a:xfrm>
            <a:off x="713225" y="2918300"/>
            <a:ext cx="5067600" cy="151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title" idx="2" hasCustomPrompt="1"/>
          </p:nvPr>
        </p:nvSpPr>
        <p:spPr>
          <a:xfrm>
            <a:off x="713225" y="1653800"/>
            <a:ext cx="1140000" cy="915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pic>
        <p:nvPicPr>
          <p:cNvPr id="15" name="Google Shape;15;p3"/>
          <p:cNvPicPr preferRelativeResize="0"/>
          <p:nvPr/>
        </p:nvPicPr>
        <p:blipFill rotWithShape="1">
          <a:blip r:embed="rId2">
            <a:alphaModFix/>
          </a:blip>
          <a:srcRect r="30133" b="37834"/>
          <a:stretch/>
        </p:blipFill>
        <p:spPr>
          <a:xfrm rot="-5400000">
            <a:off x="4881376" y="235000"/>
            <a:ext cx="4533624" cy="4033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l="29903" b="52159"/>
          <a:stretch/>
        </p:blipFill>
        <p:spPr>
          <a:xfrm flipH="1">
            <a:off x="4595550" y="2036662"/>
            <a:ext cx="4548450" cy="31042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>
            <a:spLocks noGrp="1"/>
          </p:cNvSpPr>
          <p:nvPr>
            <p:ph type="subTitle" idx="1"/>
          </p:nvPr>
        </p:nvSpPr>
        <p:spPr>
          <a:xfrm>
            <a:off x="713225" y="1584375"/>
            <a:ext cx="3774000" cy="169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Font typeface="Open Sans Light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7"/>
          <p:cNvSpPr>
            <a:spLocks noGrp="1"/>
          </p:cNvSpPr>
          <p:nvPr>
            <p:ph type="pic" idx="2"/>
          </p:nvPr>
        </p:nvSpPr>
        <p:spPr>
          <a:xfrm>
            <a:off x="4650075" y="1584375"/>
            <a:ext cx="3774000" cy="1419900"/>
          </a:xfrm>
          <a:prstGeom prst="rect">
            <a:avLst/>
          </a:prstGeom>
          <a:noFill/>
          <a:ln>
            <a:noFill/>
          </a:ln>
        </p:spPr>
      </p:sp>
      <p:pic>
        <p:nvPicPr>
          <p:cNvPr id="34" name="Google Shape;34;p7"/>
          <p:cNvPicPr preferRelativeResize="0"/>
          <p:nvPr/>
        </p:nvPicPr>
        <p:blipFill rotWithShape="1">
          <a:blip r:embed="rId2">
            <a:alphaModFix/>
          </a:blip>
          <a:srcRect l="29903" b="52159"/>
          <a:stretch/>
        </p:blipFill>
        <p:spPr>
          <a:xfrm>
            <a:off x="0" y="2039225"/>
            <a:ext cx="4548450" cy="3104274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35;p7"/>
          <p:cNvSpPr>
            <a:spLocks noGrp="1"/>
          </p:cNvSpPr>
          <p:nvPr>
            <p:ph type="pic" idx="3"/>
          </p:nvPr>
        </p:nvSpPr>
        <p:spPr>
          <a:xfrm>
            <a:off x="4650075" y="3184100"/>
            <a:ext cx="3774000" cy="1419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8"/>
          <p:cNvPicPr preferRelativeResize="0"/>
          <p:nvPr/>
        </p:nvPicPr>
        <p:blipFill rotWithShape="1">
          <a:blip r:embed="rId2">
            <a:alphaModFix/>
          </a:blip>
          <a:srcRect t="43938" r="58155" b="-39"/>
          <a:stretch/>
        </p:blipFill>
        <p:spPr>
          <a:xfrm>
            <a:off x="6428625" y="-1"/>
            <a:ext cx="2715374" cy="3640326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Google Shape;38;p8"/>
          <p:cNvSpPr txBox="1">
            <a:spLocks noGrp="1"/>
          </p:cNvSpPr>
          <p:nvPr>
            <p:ph type="title"/>
          </p:nvPr>
        </p:nvSpPr>
        <p:spPr>
          <a:xfrm>
            <a:off x="1768550" y="1307100"/>
            <a:ext cx="56070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Google Shape;40;p9"/>
          <p:cNvPicPr preferRelativeResize="0"/>
          <p:nvPr/>
        </p:nvPicPr>
        <p:blipFill rotWithShape="1">
          <a:blip r:embed="rId2">
            <a:alphaModFix/>
          </a:blip>
          <a:srcRect l="29903" b="52159"/>
          <a:stretch/>
        </p:blipFill>
        <p:spPr>
          <a:xfrm>
            <a:off x="0" y="2039225"/>
            <a:ext cx="4548450" cy="3104274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41;p9"/>
          <p:cNvSpPr txBox="1">
            <a:spLocks noGrp="1"/>
          </p:cNvSpPr>
          <p:nvPr>
            <p:ph type="title"/>
          </p:nvPr>
        </p:nvSpPr>
        <p:spPr>
          <a:xfrm>
            <a:off x="2135550" y="1441675"/>
            <a:ext cx="4872900" cy="118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ubTitle" idx="1"/>
          </p:nvPr>
        </p:nvSpPr>
        <p:spPr>
          <a:xfrm>
            <a:off x="2135550" y="278462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5" name="Google Shape;45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13"/>
          <p:cNvPicPr preferRelativeResize="0"/>
          <p:nvPr/>
        </p:nvPicPr>
        <p:blipFill rotWithShape="1">
          <a:blip r:embed="rId2">
            <a:alphaModFix/>
          </a:blip>
          <a:srcRect l="29903" b="52159"/>
          <a:stretch/>
        </p:blipFill>
        <p:spPr>
          <a:xfrm rot="10800000">
            <a:off x="4595550" y="0"/>
            <a:ext cx="4548450" cy="3104274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13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title" idx="2" hasCustomPrompt="1"/>
          </p:nvPr>
        </p:nvSpPr>
        <p:spPr>
          <a:xfrm>
            <a:off x="713225" y="1754900"/>
            <a:ext cx="8388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title" idx="3" hasCustomPrompt="1"/>
          </p:nvPr>
        </p:nvSpPr>
        <p:spPr>
          <a:xfrm>
            <a:off x="713225" y="3275363"/>
            <a:ext cx="8388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6" name="Google Shape;56;p13"/>
          <p:cNvSpPr txBox="1">
            <a:spLocks noGrp="1"/>
          </p:cNvSpPr>
          <p:nvPr>
            <p:ph type="title" idx="4" hasCustomPrompt="1"/>
          </p:nvPr>
        </p:nvSpPr>
        <p:spPr>
          <a:xfrm>
            <a:off x="3342325" y="1754900"/>
            <a:ext cx="8388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7" name="Google Shape;57;p13"/>
          <p:cNvSpPr txBox="1">
            <a:spLocks noGrp="1"/>
          </p:cNvSpPr>
          <p:nvPr>
            <p:ph type="title" idx="5" hasCustomPrompt="1"/>
          </p:nvPr>
        </p:nvSpPr>
        <p:spPr>
          <a:xfrm>
            <a:off x="3342325" y="3275363"/>
            <a:ext cx="8388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8" name="Google Shape;58;p13"/>
          <p:cNvSpPr txBox="1">
            <a:spLocks noGrp="1"/>
          </p:cNvSpPr>
          <p:nvPr>
            <p:ph type="title" idx="6" hasCustomPrompt="1"/>
          </p:nvPr>
        </p:nvSpPr>
        <p:spPr>
          <a:xfrm>
            <a:off x="5971425" y="1754900"/>
            <a:ext cx="8388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9" name="Google Shape;59;p13"/>
          <p:cNvSpPr txBox="1">
            <a:spLocks noGrp="1"/>
          </p:cNvSpPr>
          <p:nvPr>
            <p:ph type="title" idx="7" hasCustomPrompt="1"/>
          </p:nvPr>
        </p:nvSpPr>
        <p:spPr>
          <a:xfrm>
            <a:off x="5971425" y="3275363"/>
            <a:ext cx="8388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0" name="Google Shape;60;p13"/>
          <p:cNvSpPr txBox="1">
            <a:spLocks noGrp="1"/>
          </p:cNvSpPr>
          <p:nvPr>
            <p:ph type="subTitle" idx="1"/>
          </p:nvPr>
        </p:nvSpPr>
        <p:spPr>
          <a:xfrm>
            <a:off x="713225" y="2202258"/>
            <a:ext cx="2445900" cy="63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6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61" name="Google Shape;61;p13"/>
          <p:cNvSpPr txBox="1">
            <a:spLocks noGrp="1"/>
          </p:cNvSpPr>
          <p:nvPr>
            <p:ph type="subTitle" idx="8"/>
          </p:nvPr>
        </p:nvSpPr>
        <p:spPr>
          <a:xfrm>
            <a:off x="3342330" y="2202258"/>
            <a:ext cx="2445900" cy="63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6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62" name="Google Shape;62;p13"/>
          <p:cNvSpPr txBox="1">
            <a:spLocks noGrp="1"/>
          </p:cNvSpPr>
          <p:nvPr>
            <p:ph type="subTitle" idx="9"/>
          </p:nvPr>
        </p:nvSpPr>
        <p:spPr>
          <a:xfrm>
            <a:off x="5971427" y="2202258"/>
            <a:ext cx="2445900" cy="63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6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63" name="Google Shape;63;p13"/>
          <p:cNvSpPr txBox="1">
            <a:spLocks noGrp="1"/>
          </p:cNvSpPr>
          <p:nvPr>
            <p:ph type="subTitle" idx="13"/>
          </p:nvPr>
        </p:nvSpPr>
        <p:spPr>
          <a:xfrm>
            <a:off x="713225" y="3722800"/>
            <a:ext cx="2445900" cy="63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6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64" name="Google Shape;64;p13"/>
          <p:cNvSpPr txBox="1">
            <a:spLocks noGrp="1"/>
          </p:cNvSpPr>
          <p:nvPr>
            <p:ph type="subTitle" idx="14"/>
          </p:nvPr>
        </p:nvSpPr>
        <p:spPr>
          <a:xfrm>
            <a:off x="3342330" y="3722800"/>
            <a:ext cx="2445900" cy="63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6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65" name="Google Shape;65;p13"/>
          <p:cNvSpPr txBox="1">
            <a:spLocks noGrp="1"/>
          </p:cNvSpPr>
          <p:nvPr>
            <p:ph type="subTitle" idx="15"/>
          </p:nvPr>
        </p:nvSpPr>
        <p:spPr>
          <a:xfrm>
            <a:off x="5971427" y="3722800"/>
            <a:ext cx="2445900" cy="63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6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10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14"/>
          <p:cNvPicPr preferRelativeResize="0"/>
          <p:nvPr/>
        </p:nvPicPr>
        <p:blipFill rotWithShape="1">
          <a:blip r:embed="rId2">
            <a:alphaModFix/>
          </a:blip>
          <a:srcRect l="29903" b="56219"/>
          <a:stretch/>
        </p:blipFill>
        <p:spPr>
          <a:xfrm rot="5400000" flipH="1">
            <a:off x="-861575" y="1448850"/>
            <a:ext cx="4548450" cy="284085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4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4_1_1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Google Shape;82;p18"/>
          <p:cNvPicPr preferRelativeResize="0"/>
          <p:nvPr/>
        </p:nvPicPr>
        <p:blipFill rotWithShape="1">
          <a:blip r:embed="rId2">
            <a:alphaModFix/>
          </a:blip>
          <a:srcRect l="37992" t="12342" r="-8089" b="39817"/>
          <a:stretch/>
        </p:blipFill>
        <p:spPr>
          <a:xfrm>
            <a:off x="0" y="2039225"/>
            <a:ext cx="4548450" cy="3104274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8"/>
          <p:cNvSpPr txBox="1">
            <a:spLocks noGrp="1"/>
          </p:cNvSpPr>
          <p:nvPr>
            <p:ph type="title"/>
          </p:nvPr>
        </p:nvSpPr>
        <p:spPr>
          <a:xfrm>
            <a:off x="713275" y="794675"/>
            <a:ext cx="7717500" cy="698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6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8"/>
          <p:cNvSpPr txBox="1">
            <a:spLocks noGrp="1"/>
          </p:cNvSpPr>
          <p:nvPr>
            <p:ph type="body" idx="1"/>
          </p:nvPr>
        </p:nvSpPr>
        <p:spPr>
          <a:xfrm>
            <a:off x="3488849" y="2398525"/>
            <a:ext cx="4941900" cy="195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/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22"/>
          <p:cNvPicPr preferRelativeResize="0"/>
          <p:nvPr/>
        </p:nvPicPr>
        <p:blipFill rotWithShape="1">
          <a:blip r:embed="rId2">
            <a:alphaModFix/>
          </a:blip>
          <a:srcRect l="29903" b="55814"/>
          <a:stretch/>
        </p:blipFill>
        <p:spPr>
          <a:xfrm rot="5400000" flipH="1">
            <a:off x="-874697" y="1435725"/>
            <a:ext cx="4548450" cy="2867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23"/>
          <p:cNvPicPr preferRelativeResize="0"/>
          <p:nvPr/>
        </p:nvPicPr>
        <p:blipFill rotWithShape="1">
          <a:blip r:embed="rId2">
            <a:alphaModFix/>
          </a:blip>
          <a:srcRect l="29903" b="52159"/>
          <a:stretch/>
        </p:blipFill>
        <p:spPr>
          <a:xfrm rot="-5400000" flipH="1">
            <a:off x="5317650" y="722087"/>
            <a:ext cx="4548450" cy="31042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Outfit"/>
              <a:buNone/>
              <a:defRPr sz="26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●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○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■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●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○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■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●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○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■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8" r:id="rId8"/>
    <p:sldLayoutId id="2147483659" r:id="rId9"/>
    <p:sldLayoutId id="2147483660" r:id="rId10"/>
    <p:sldLayoutId id="2147483664" r:id="rId11"/>
    <p:sldLayoutId id="2147483668" r:id="rId12"/>
    <p:sldLayoutId id="2147483669" r:id="rId1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customXml" Target="../ink/ink6.xml"/><Relationship Id="rId18" Type="http://schemas.openxmlformats.org/officeDocument/2006/relationships/image" Target="../media/image14.png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12" Type="http://schemas.openxmlformats.org/officeDocument/2006/relationships/image" Target="../media/image11.png"/><Relationship Id="rId17" Type="http://schemas.openxmlformats.org/officeDocument/2006/relationships/customXml" Target="../ink/ink8.xml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13.png"/><Relationship Id="rId20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customXml" Target="../ink/ink5.xml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10" Type="http://schemas.openxmlformats.org/officeDocument/2006/relationships/image" Target="../media/image10.png"/><Relationship Id="rId19" Type="http://schemas.openxmlformats.org/officeDocument/2006/relationships/customXml" Target="../ink/ink9.xml"/><Relationship Id="rId4" Type="http://schemas.openxmlformats.org/officeDocument/2006/relationships/image" Target="../media/image7.png"/><Relationship Id="rId9" Type="http://schemas.openxmlformats.org/officeDocument/2006/relationships/customXml" Target="../ink/ink4.xml"/><Relationship Id="rId1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8"/>
          <p:cNvSpPr txBox="1">
            <a:spLocks noGrp="1"/>
          </p:cNvSpPr>
          <p:nvPr>
            <p:ph type="ctrTitle"/>
          </p:nvPr>
        </p:nvSpPr>
        <p:spPr>
          <a:xfrm>
            <a:off x="713225" y="539500"/>
            <a:ext cx="7717500" cy="924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BathGuardian</a:t>
            </a:r>
            <a:endParaRPr dirty="0"/>
          </a:p>
        </p:txBody>
      </p:sp>
      <p:sp>
        <p:nvSpPr>
          <p:cNvPr id="130" name="Google Shape;130;p28"/>
          <p:cNvSpPr txBox="1">
            <a:spLocks noGrp="1"/>
          </p:cNvSpPr>
          <p:nvPr>
            <p:ph type="subTitle" idx="1"/>
          </p:nvPr>
        </p:nvSpPr>
        <p:spPr>
          <a:xfrm>
            <a:off x="772989" y="1381115"/>
            <a:ext cx="7717500" cy="82306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No more stink, let the Guardian think!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Because even your bathroom deserves Wi-Fi.</a:t>
            </a:r>
            <a:endParaRPr dirty="0"/>
          </a:p>
        </p:txBody>
      </p:sp>
      <p:cxnSp>
        <p:nvCxnSpPr>
          <p:cNvPr id="131" name="Google Shape;131;p28"/>
          <p:cNvCxnSpPr/>
          <p:nvPr/>
        </p:nvCxnSpPr>
        <p:spPr>
          <a:xfrm>
            <a:off x="713225" y="2080650"/>
            <a:ext cx="77175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2" name="Google Shape;132;p28"/>
          <p:cNvSpPr txBox="1">
            <a:spLocks noGrp="1"/>
          </p:cNvSpPr>
          <p:nvPr>
            <p:ph type="subTitle" idx="4294967295"/>
          </p:nvPr>
        </p:nvSpPr>
        <p:spPr>
          <a:xfrm>
            <a:off x="772989" y="2303174"/>
            <a:ext cx="3773700" cy="4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i="1" dirty="0"/>
              <a:t>"A refreshing and balanced space: the impact of </a:t>
            </a:r>
            <a:r>
              <a:rPr lang="en-US" i="1" dirty="0" err="1"/>
              <a:t>BathGuardian</a:t>
            </a:r>
            <a:r>
              <a:rPr lang="en-US" i="1" dirty="0"/>
              <a:t>, and the harmony of a fresh, fragrant bathroom."</a:t>
            </a:r>
          </a:p>
        </p:txBody>
      </p:sp>
      <p:cxnSp>
        <p:nvCxnSpPr>
          <p:cNvPr id="133" name="Google Shape;133;p28"/>
          <p:cNvCxnSpPr/>
          <p:nvPr/>
        </p:nvCxnSpPr>
        <p:spPr>
          <a:xfrm>
            <a:off x="713225" y="2920025"/>
            <a:ext cx="37578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" name="Picture 4" descr="A blue background with a fan and a shield&#10;&#10;AI-generated content may be incorrect.">
            <a:extLst>
              <a:ext uri="{FF2B5EF4-FFF2-40B4-BE49-F238E27FC236}">
                <a16:creationId xmlns:a16="http://schemas.microsoft.com/office/drawing/2014/main" id="{9C524607-B890-33F1-8587-B8A085274E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3849" y="539500"/>
            <a:ext cx="1417564" cy="1417564"/>
          </a:xfrm>
          <a:prstGeom prst="rect">
            <a:avLst/>
          </a:prstGeom>
        </p:spPr>
      </p:pic>
      <p:pic>
        <p:nvPicPr>
          <p:cNvPr id="7" name="Picture 6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B27E4C23-D37E-0250-BEF1-AFE8013FBF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2761" y="2080650"/>
            <a:ext cx="3157728" cy="31577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9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Problem statement</a:t>
            </a:r>
            <a:endParaRPr dirty="0"/>
          </a:p>
        </p:txBody>
      </p:sp>
      <p:graphicFrame>
        <p:nvGraphicFramePr>
          <p:cNvPr id="139" name="Google Shape;139;p29"/>
          <p:cNvGraphicFramePr/>
          <p:nvPr>
            <p:extLst>
              <p:ext uri="{D42A27DB-BD31-4B8C-83A1-F6EECF244321}">
                <p14:modId xmlns:p14="http://schemas.microsoft.com/office/powerpoint/2010/main" val="2719486050"/>
              </p:ext>
            </p:extLst>
          </p:nvPr>
        </p:nvGraphicFramePr>
        <p:xfrm>
          <a:off x="633507" y="1541930"/>
          <a:ext cx="7790494" cy="2888864"/>
        </p:xfrm>
        <a:graphic>
          <a:graphicData uri="http://schemas.openxmlformats.org/drawingml/2006/table">
            <a:tbl>
              <a:tblPr>
                <a:noFill/>
                <a:tableStyleId>{25DB1650-2A9D-46F7-99E2-26CC345B9A53}</a:tableStyleId>
              </a:tblPr>
              <a:tblGrid>
                <a:gridCol w="24801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103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2176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o-RO" sz="1200" b="1" u="none" dirty="0">
                          <a:solidFill>
                            <a:schemeClr val="dk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Odor Detection</a:t>
                      </a:r>
                      <a:endParaRPr sz="1200" b="1" u="none" dirty="0">
                        <a:solidFill>
                          <a:schemeClr val="dk1"/>
                        </a:solidFill>
                        <a:latin typeface="Arimo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Odor perception varies, so a system is needed to objectively detect bad smells and act automatically.</a:t>
                      </a: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176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dirty="0">
                          <a:solidFill>
                            <a:schemeClr val="dk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Manual Fan Operation Is Inconvenient</a:t>
                      </a:r>
                      <a:endParaRPr sz="1200" b="1" u="none" dirty="0">
                        <a:solidFill>
                          <a:schemeClr val="dk1"/>
                        </a:solidFill>
                        <a:latin typeface="Arimo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200" dirty="0"/>
                        <a:t>People forget to turn on/off fans or lights. Fans may run too long or too short, wasting energy and reducing effectiveness.</a:t>
                      </a:r>
                      <a:endParaRPr sz="1200" dirty="0">
                        <a:solidFill>
                          <a:schemeClr val="dk1"/>
                        </a:solidFill>
                        <a:latin typeface="Arimo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176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dirty="0">
                          <a:solidFill>
                            <a:schemeClr val="dk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High Humidity Leads to Mold &amp; Damage</a:t>
                      </a:r>
                      <a:endParaRPr sz="1200" b="1" u="none" dirty="0">
                        <a:solidFill>
                          <a:schemeClr val="dk1"/>
                        </a:solidFill>
                        <a:latin typeface="Arimo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200" dirty="0"/>
                        <a:t>Prolonged humidity can cause mold growth, structural damage, and health issues. Bathrooms often retain high humidity after showers.</a:t>
                      </a:r>
                      <a:endParaRPr sz="1200" dirty="0">
                        <a:solidFill>
                          <a:schemeClr val="dk1"/>
                        </a:solidFill>
                        <a:latin typeface="Arimo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176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dirty="0">
                          <a:solidFill>
                            <a:schemeClr val="dk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Limited Awareness of Bathroom Environment</a:t>
                      </a:r>
                      <a:endParaRPr sz="1200" b="1" u="none" dirty="0">
                        <a:solidFill>
                          <a:schemeClr val="dk1"/>
                        </a:solidFill>
                        <a:latin typeface="Arimo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Temperature and humidity fluctuate, impacting comfort and energy usage.</a:t>
                      </a:r>
                    </a:p>
                    <a:p>
                      <a:r>
                        <a:rPr lang="en-US" sz="1200" dirty="0"/>
                        <a:t>Users cannot monitor bathroom conditions remotely without IoT solutions. Lack of cloud data limits the potential for smart home integration or analytics.</a:t>
                      </a: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176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o-RO" sz="1200" b="1" u="none" dirty="0">
                          <a:solidFill>
                            <a:schemeClr val="dk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Energy and Cost Inefficiency</a:t>
                      </a:r>
                      <a:endParaRPr sz="1200" b="1" u="none" dirty="0">
                        <a:solidFill>
                          <a:schemeClr val="dk1"/>
                        </a:solidFill>
                        <a:latin typeface="Arimo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Running fans continuously consumes electricity unnecessarily.</a:t>
                      </a:r>
                    </a:p>
                    <a:p>
                      <a:r>
                        <a:rPr lang="en-US" sz="1200" dirty="0"/>
                        <a:t>Automated control based on sensor data saves energy and reduces bills.</a:t>
                      </a: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176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o-RO" sz="1200" b="1" dirty="0">
                          <a:solidFill>
                            <a:schemeClr val="dk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Health and Comfort Concerns</a:t>
                      </a:r>
                      <a:endParaRPr sz="1200" b="1" dirty="0">
                        <a:solidFill>
                          <a:schemeClr val="dk1"/>
                        </a:solidFill>
                        <a:latin typeface="Arimo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Poor ventilation can make bathrooms uncomfortable and unhealthy.</a:t>
                      </a:r>
                    </a:p>
                    <a:p>
                      <a:r>
                        <a:rPr lang="en-US" sz="1200" dirty="0"/>
                        <a:t>Smart ventilation improves comfort and reduces respiratory risks from damp or odorous air.</a:t>
                      </a: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cxnSp>
        <p:nvCxnSpPr>
          <p:cNvPr id="143" name="Google Shape;143;p29"/>
          <p:cNvCxnSpPr/>
          <p:nvPr/>
        </p:nvCxnSpPr>
        <p:spPr>
          <a:xfrm>
            <a:off x="713250" y="1279575"/>
            <a:ext cx="77175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30"/>
          <p:cNvSpPr txBox="1">
            <a:spLocks noGrp="1"/>
          </p:cNvSpPr>
          <p:nvPr>
            <p:ph type="title"/>
          </p:nvPr>
        </p:nvSpPr>
        <p:spPr>
          <a:xfrm>
            <a:off x="713225" y="170444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Table of contents</a:t>
            </a:r>
            <a:endParaRPr dirty="0"/>
          </a:p>
        </p:txBody>
      </p:sp>
      <p:sp>
        <p:nvSpPr>
          <p:cNvPr id="149" name="Google Shape;149;p30"/>
          <p:cNvSpPr txBox="1">
            <a:spLocks noGrp="1"/>
          </p:cNvSpPr>
          <p:nvPr>
            <p:ph type="title" idx="2"/>
          </p:nvPr>
        </p:nvSpPr>
        <p:spPr>
          <a:xfrm>
            <a:off x="767944" y="1703734"/>
            <a:ext cx="838800" cy="4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150" name="Google Shape;150;p30"/>
          <p:cNvSpPr txBox="1">
            <a:spLocks noGrp="1"/>
          </p:cNvSpPr>
          <p:nvPr>
            <p:ph type="title" idx="3"/>
          </p:nvPr>
        </p:nvSpPr>
        <p:spPr>
          <a:xfrm>
            <a:off x="767944" y="3224197"/>
            <a:ext cx="838800" cy="4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151" name="Google Shape;151;p30"/>
          <p:cNvSpPr txBox="1">
            <a:spLocks noGrp="1"/>
          </p:cNvSpPr>
          <p:nvPr>
            <p:ph type="title" idx="4"/>
          </p:nvPr>
        </p:nvSpPr>
        <p:spPr>
          <a:xfrm>
            <a:off x="3397044" y="1703734"/>
            <a:ext cx="838800" cy="4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152" name="Google Shape;152;p30"/>
          <p:cNvSpPr txBox="1">
            <a:spLocks noGrp="1"/>
          </p:cNvSpPr>
          <p:nvPr>
            <p:ph type="title" idx="5"/>
          </p:nvPr>
        </p:nvSpPr>
        <p:spPr>
          <a:xfrm>
            <a:off x="3397044" y="3224197"/>
            <a:ext cx="838800" cy="4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</a:t>
            </a:r>
            <a:endParaRPr dirty="0"/>
          </a:p>
        </p:txBody>
      </p:sp>
      <p:sp>
        <p:nvSpPr>
          <p:cNvPr id="153" name="Google Shape;153;p30"/>
          <p:cNvSpPr txBox="1">
            <a:spLocks noGrp="1"/>
          </p:cNvSpPr>
          <p:nvPr>
            <p:ph type="title" idx="6"/>
          </p:nvPr>
        </p:nvSpPr>
        <p:spPr>
          <a:xfrm>
            <a:off x="6026144" y="1703734"/>
            <a:ext cx="838800" cy="4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154" name="Google Shape;154;p30"/>
          <p:cNvSpPr txBox="1">
            <a:spLocks noGrp="1"/>
          </p:cNvSpPr>
          <p:nvPr>
            <p:ph type="title" idx="7"/>
          </p:nvPr>
        </p:nvSpPr>
        <p:spPr>
          <a:xfrm>
            <a:off x="6026144" y="3224197"/>
            <a:ext cx="838800" cy="4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06</a:t>
            </a:r>
            <a:endParaRPr dirty="0"/>
          </a:p>
        </p:txBody>
      </p:sp>
      <p:sp>
        <p:nvSpPr>
          <p:cNvPr id="155" name="Google Shape;155;p30"/>
          <p:cNvSpPr txBox="1">
            <a:spLocks noGrp="1"/>
          </p:cNvSpPr>
          <p:nvPr>
            <p:ph type="subTitle" idx="1"/>
          </p:nvPr>
        </p:nvSpPr>
        <p:spPr>
          <a:xfrm>
            <a:off x="767944" y="2151092"/>
            <a:ext cx="2445900" cy="63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Project Overview</a:t>
            </a:r>
            <a:endParaRPr dirty="0"/>
          </a:p>
        </p:txBody>
      </p:sp>
      <p:sp>
        <p:nvSpPr>
          <p:cNvPr id="156" name="Google Shape;156;p30"/>
          <p:cNvSpPr txBox="1">
            <a:spLocks noGrp="1"/>
          </p:cNvSpPr>
          <p:nvPr>
            <p:ph type="subTitle" idx="8"/>
          </p:nvPr>
        </p:nvSpPr>
        <p:spPr>
          <a:xfrm>
            <a:off x="3397049" y="2151092"/>
            <a:ext cx="2445900" cy="63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System Architecture</a:t>
            </a:r>
            <a:endParaRPr dirty="0"/>
          </a:p>
        </p:txBody>
      </p:sp>
      <p:sp>
        <p:nvSpPr>
          <p:cNvPr id="157" name="Google Shape;157;p30"/>
          <p:cNvSpPr txBox="1">
            <a:spLocks noGrp="1"/>
          </p:cNvSpPr>
          <p:nvPr>
            <p:ph type="subTitle" idx="9"/>
          </p:nvPr>
        </p:nvSpPr>
        <p:spPr>
          <a:xfrm>
            <a:off x="6026146" y="2151092"/>
            <a:ext cx="2445900" cy="63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Project Roadmap</a:t>
            </a:r>
            <a:endParaRPr dirty="0"/>
          </a:p>
        </p:txBody>
      </p:sp>
      <p:sp>
        <p:nvSpPr>
          <p:cNvPr id="158" name="Google Shape;158;p30"/>
          <p:cNvSpPr txBox="1">
            <a:spLocks noGrp="1"/>
          </p:cNvSpPr>
          <p:nvPr>
            <p:ph type="subTitle" idx="13"/>
          </p:nvPr>
        </p:nvSpPr>
        <p:spPr>
          <a:xfrm>
            <a:off x="767944" y="3671634"/>
            <a:ext cx="2445900" cy="63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o-RO" dirty="0"/>
              <a:t>Software and Connectivity</a:t>
            </a:r>
            <a:endParaRPr dirty="0"/>
          </a:p>
        </p:txBody>
      </p:sp>
      <p:sp>
        <p:nvSpPr>
          <p:cNvPr id="159" name="Google Shape;159;p30"/>
          <p:cNvSpPr txBox="1">
            <a:spLocks noGrp="1"/>
          </p:cNvSpPr>
          <p:nvPr>
            <p:ph type="subTitle" idx="14"/>
          </p:nvPr>
        </p:nvSpPr>
        <p:spPr>
          <a:xfrm>
            <a:off x="3397049" y="3671634"/>
            <a:ext cx="2445900" cy="63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Features</a:t>
            </a:r>
            <a:endParaRPr dirty="0"/>
          </a:p>
        </p:txBody>
      </p:sp>
      <p:sp>
        <p:nvSpPr>
          <p:cNvPr id="160" name="Google Shape;160;p30"/>
          <p:cNvSpPr txBox="1">
            <a:spLocks noGrp="1"/>
          </p:cNvSpPr>
          <p:nvPr>
            <p:ph type="subTitle" idx="15"/>
          </p:nvPr>
        </p:nvSpPr>
        <p:spPr>
          <a:xfrm>
            <a:off x="6026146" y="3671634"/>
            <a:ext cx="2445900" cy="63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Conclusion</a:t>
            </a:r>
            <a:endParaRPr dirty="0"/>
          </a:p>
        </p:txBody>
      </p:sp>
      <p:cxnSp>
        <p:nvCxnSpPr>
          <p:cNvPr id="161" name="Google Shape;161;p30"/>
          <p:cNvCxnSpPr/>
          <p:nvPr/>
        </p:nvCxnSpPr>
        <p:spPr>
          <a:xfrm>
            <a:off x="713250" y="761684"/>
            <a:ext cx="77175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1"/>
          <p:cNvSpPr txBox="1">
            <a:spLocks noGrp="1"/>
          </p:cNvSpPr>
          <p:nvPr>
            <p:ph type="title"/>
          </p:nvPr>
        </p:nvSpPr>
        <p:spPr>
          <a:xfrm>
            <a:off x="1560377" y="141753"/>
            <a:ext cx="5067600" cy="151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Project Overview</a:t>
            </a:r>
            <a:endParaRPr dirty="0"/>
          </a:p>
        </p:txBody>
      </p:sp>
      <p:sp>
        <p:nvSpPr>
          <p:cNvPr id="167" name="Google Shape;167;p31"/>
          <p:cNvSpPr txBox="1">
            <a:spLocks noGrp="1"/>
          </p:cNvSpPr>
          <p:nvPr>
            <p:ph type="title" idx="2"/>
          </p:nvPr>
        </p:nvSpPr>
        <p:spPr>
          <a:xfrm>
            <a:off x="360613" y="141753"/>
            <a:ext cx="1140000" cy="91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cxnSp>
        <p:nvCxnSpPr>
          <p:cNvPr id="168" name="Google Shape;168;p31"/>
          <p:cNvCxnSpPr/>
          <p:nvPr/>
        </p:nvCxnSpPr>
        <p:spPr>
          <a:xfrm>
            <a:off x="713225" y="4604000"/>
            <a:ext cx="76848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169;p31"/>
          <p:cNvCxnSpPr/>
          <p:nvPr/>
        </p:nvCxnSpPr>
        <p:spPr>
          <a:xfrm>
            <a:off x="300849" y="980942"/>
            <a:ext cx="11400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A144CA-8EA9-1DFF-E452-FF9BE547BFE6}"/>
              </a:ext>
            </a:extLst>
          </p:cNvPr>
          <p:cNvSpPr txBox="1">
            <a:spLocks/>
          </p:cNvSpPr>
          <p:nvPr/>
        </p:nvSpPr>
        <p:spPr>
          <a:xfrm>
            <a:off x="492146" y="1395118"/>
            <a:ext cx="7283241" cy="1950300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Device name: </a:t>
            </a:r>
            <a:r>
              <a:rPr lang="en-US" sz="2000" dirty="0" err="1"/>
              <a:t>BathGuardian</a:t>
            </a: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Core controller: ESP32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Sensors: DHT11 (temperature &amp; humidity), MQ135 (</a:t>
            </a:r>
            <a:r>
              <a:rPr lang="en-US" sz="2000" dirty="0" err="1"/>
              <a:t>odour</a:t>
            </a:r>
            <a:r>
              <a:rPr lang="en-US" sz="20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Controls fan and bathroom light through relays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RGB led for system status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Local HTTP server for monitoring and setup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MQTT cloud integration via </a:t>
            </a:r>
            <a:r>
              <a:rPr lang="en-US" sz="2000" dirty="0" err="1"/>
              <a:t>HiveMQ</a:t>
            </a:r>
            <a:endParaRPr lang="ro-RO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1"/>
          <p:cNvSpPr txBox="1">
            <a:spLocks noGrp="1"/>
          </p:cNvSpPr>
          <p:nvPr>
            <p:ph type="title"/>
          </p:nvPr>
        </p:nvSpPr>
        <p:spPr>
          <a:xfrm>
            <a:off x="1560377" y="141753"/>
            <a:ext cx="5067600" cy="151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o-RO" dirty="0"/>
              <a:t>System Architecture</a:t>
            </a:r>
          </a:p>
        </p:txBody>
      </p:sp>
      <p:sp>
        <p:nvSpPr>
          <p:cNvPr id="167" name="Google Shape;167;p31"/>
          <p:cNvSpPr txBox="1">
            <a:spLocks noGrp="1"/>
          </p:cNvSpPr>
          <p:nvPr>
            <p:ph type="title" idx="2"/>
          </p:nvPr>
        </p:nvSpPr>
        <p:spPr>
          <a:xfrm>
            <a:off x="360613" y="141753"/>
            <a:ext cx="1140000" cy="91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cxnSp>
        <p:nvCxnSpPr>
          <p:cNvPr id="168" name="Google Shape;168;p31"/>
          <p:cNvCxnSpPr/>
          <p:nvPr/>
        </p:nvCxnSpPr>
        <p:spPr>
          <a:xfrm>
            <a:off x="713225" y="4604000"/>
            <a:ext cx="76848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169;p31"/>
          <p:cNvCxnSpPr/>
          <p:nvPr/>
        </p:nvCxnSpPr>
        <p:spPr>
          <a:xfrm>
            <a:off x="300849" y="980942"/>
            <a:ext cx="11400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A144CA-8EA9-1DFF-E452-FF9BE547BFE6}"/>
              </a:ext>
            </a:extLst>
          </p:cNvPr>
          <p:cNvSpPr txBox="1">
            <a:spLocks/>
          </p:cNvSpPr>
          <p:nvPr/>
        </p:nvSpPr>
        <p:spPr>
          <a:xfrm>
            <a:off x="492146" y="1395118"/>
            <a:ext cx="7283241" cy="1950300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ESP32 receive information from DHT11 and MQ135 sensors for environment monitoring.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Relays control fan and bulb based on readings and local web interface ( mobile 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HTTP server hosts local web interface for configuration.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MQTT (</a:t>
            </a:r>
            <a:r>
              <a:rPr lang="en-US" sz="2000" dirty="0" err="1"/>
              <a:t>HiveMQ</a:t>
            </a:r>
            <a:r>
              <a:rPr lang="en-US" sz="2000" dirty="0"/>
              <a:t>) handles cloud data transfer.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RGB LED displays operational status.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r>
              <a:rPr lang="en-US" sz="2000" dirty="0"/>
              <a:t>*Refer to system diagram on next slide.</a:t>
            </a:r>
          </a:p>
        </p:txBody>
      </p:sp>
    </p:spTree>
    <p:extLst>
      <p:ext uri="{BB962C8B-B14F-4D97-AF65-F5344CB8AC3E}">
        <p14:creationId xmlns:p14="http://schemas.microsoft.com/office/powerpoint/2010/main" val="39403448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F9B2731-45DE-9060-E8B9-3345317FA1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130" y="133350"/>
            <a:ext cx="7315200" cy="4876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C62306D-1E49-F1C8-B50E-4B5494576386}"/>
              </a:ext>
            </a:extLst>
          </p:cNvPr>
          <p:cNvSpPr txBox="1"/>
          <p:nvPr/>
        </p:nvSpPr>
        <p:spPr>
          <a:xfrm>
            <a:off x="4087906" y="1864658"/>
            <a:ext cx="8242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AP/STA</a:t>
            </a:r>
            <a:endParaRPr lang="ro-RO" dirty="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8F3D25DE-7334-2917-C80B-07F72F335A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8263" y="274000"/>
            <a:ext cx="4057365" cy="459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12034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1"/>
          <p:cNvSpPr txBox="1">
            <a:spLocks noGrp="1"/>
          </p:cNvSpPr>
          <p:nvPr>
            <p:ph type="title"/>
          </p:nvPr>
        </p:nvSpPr>
        <p:spPr>
          <a:xfrm>
            <a:off x="1560377" y="141753"/>
            <a:ext cx="5067600" cy="151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o-RO" dirty="0"/>
              <a:t>Project Roadmap</a:t>
            </a:r>
          </a:p>
        </p:txBody>
      </p:sp>
      <p:sp>
        <p:nvSpPr>
          <p:cNvPr id="167" name="Google Shape;167;p31"/>
          <p:cNvSpPr txBox="1">
            <a:spLocks noGrp="1"/>
          </p:cNvSpPr>
          <p:nvPr>
            <p:ph type="title" idx="2"/>
          </p:nvPr>
        </p:nvSpPr>
        <p:spPr>
          <a:xfrm>
            <a:off x="360613" y="141753"/>
            <a:ext cx="1140000" cy="91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cxnSp>
        <p:nvCxnSpPr>
          <p:cNvPr id="169" name="Google Shape;169;p31"/>
          <p:cNvCxnSpPr/>
          <p:nvPr/>
        </p:nvCxnSpPr>
        <p:spPr>
          <a:xfrm>
            <a:off x="300849" y="980942"/>
            <a:ext cx="11400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4A996232-34B9-3450-BE05-6B9B548E1DE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6955374"/>
              </p:ext>
            </p:extLst>
          </p:nvPr>
        </p:nvGraphicFramePr>
        <p:xfrm>
          <a:off x="922182" y="1259465"/>
          <a:ext cx="8543127" cy="31427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6" name="Picture 5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30B3CC22-CB5B-8C2D-FF1B-819088C1A72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8688" y="3692074"/>
            <a:ext cx="1823850" cy="1823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13841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1"/>
          <p:cNvSpPr txBox="1">
            <a:spLocks noGrp="1"/>
          </p:cNvSpPr>
          <p:nvPr>
            <p:ph type="title"/>
          </p:nvPr>
        </p:nvSpPr>
        <p:spPr>
          <a:xfrm>
            <a:off x="1560376" y="141753"/>
            <a:ext cx="6661441" cy="151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o-RO" dirty="0"/>
              <a:t>Software and Connectivity</a:t>
            </a:r>
          </a:p>
        </p:txBody>
      </p:sp>
      <p:sp>
        <p:nvSpPr>
          <p:cNvPr id="167" name="Google Shape;167;p31"/>
          <p:cNvSpPr txBox="1">
            <a:spLocks noGrp="1"/>
          </p:cNvSpPr>
          <p:nvPr>
            <p:ph type="title" idx="2"/>
          </p:nvPr>
        </p:nvSpPr>
        <p:spPr>
          <a:xfrm>
            <a:off x="360612" y="141753"/>
            <a:ext cx="1498069" cy="91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0004</a:t>
            </a:r>
            <a:endParaRPr dirty="0"/>
          </a:p>
        </p:txBody>
      </p:sp>
      <p:cxnSp>
        <p:nvCxnSpPr>
          <p:cNvPr id="169" name="Google Shape;169;p31"/>
          <p:cNvCxnSpPr/>
          <p:nvPr/>
        </p:nvCxnSpPr>
        <p:spPr>
          <a:xfrm>
            <a:off x="300849" y="980942"/>
            <a:ext cx="11400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53B74727-C42C-3102-314B-359A97E64984}"/>
              </a:ext>
            </a:extLst>
          </p:cNvPr>
          <p:cNvSpPr txBox="1"/>
          <p:nvPr/>
        </p:nvSpPr>
        <p:spPr>
          <a:xfrm>
            <a:off x="300848" y="1589065"/>
            <a:ext cx="6589597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o-RO" sz="1800" dirty="0"/>
              <a:t>Language: </a:t>
            </a:r>
            <a:r>
              <a:rPr lang="en-US" sz="1800" dirty="0"/>
              <a:t>C</a:t>
            </a:r>
            <a:endParaRPr lang="ro-RO" sz="1800" dirty="0"/>
          </a:p>
          <a:p>
            <a:r>
              <a:rPr lang="ro-RO" sz="1800" dirty="0"/>
              <a:t>Protocol: MQTT (HiveMQ)</a:t>
            </a:r>
          </a:p>
          <a:p>
            <a:r>
              <a:rPr lang="ro-RO" sz="1800" dirty="0"/>
              <a:t>Local Interface: HTTP Web Server (AP + STA)</a:t>
            </a:r>
          </a:p>
          <a:p>
            <a:r>
              <a:rPr lang="ro-RO" sz="1800" dirty="0"/>
              <a:t>Logic:</a:t>
            </a:r>
          </a:p>
          <a:p>
            <a:r>
              <a:rPr lang="ro-RO" sz="1800" dirty="0"/>
              <a:t>   • Humidity↑ → Fan ON</a:t>
            </a:r>
          </a:p>
          <a:p>
            <a:r>
              <a:rPr lang="ro-RO" sz="1800" dirty="0"/>
              <a:t>   • Odour↑ → Fan ON</a:t>
            </a:r>
          </a:p>
          <a:p>
            <a:r>
              <a:rPr lang="ro-RO" sz="1800" dirty="0"/>
              <a:t>   • RGB LED shows Wi-Fi and operation status</a:t>
            </a:r>
          </a:p>
          <a:p>
            <a:endParaRPr lang="ro-RO" dirty="0"/>
          </a:p>
        </p:txBody>
      </p:sp>
    </p:spTree>
    <p:extLst>
      <p:ext uri="{BB962C8B-B14F-4D97-AF65-F5344CB8AC3E}">
        <p14:creationId xmlns:p14="http://schemas.microsoft.com/office/powerpoint/2010/main" val="656970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1"/>
          <p:cNvSpPr txBox="1">
            <a:spLocks noGrp="1"/>
          </p:cNvSpPr>
          <p:nvPr>
            <p:ph type="title"/>
          </p:nvPr>
        </p:nvSpPr>
        <p:spPr>
          <a:xfrm>
            <a:off x="1560376" y="141753"/>
            <a:ext cx="6661441" cy="151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Features</a:t>
            </a:r>
            <a:endParaRPr lang="ro-RO" dirty="0"/>
          </a:p>
        </p:txBody>
      </p:sp>
      <p:sp>
        <p:nvSpPr>
          <p:cNvPr id="167" name="Google Shape;167;p31"/>
          <p:cNvSpPr txBox="1">
            <a:spLocks noGrp="1"/>
          </p:cNvSpPr>
          <p:nvPr>
            <p:ph type="title" idx="2"/>
          </p:nvPr>
        </p:nvSpPr>
        <p:spPr>
          <a:xfrm>
            <a:off x="360612" y="141753"/>
            <a:ext cx="1498069" cy="91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0005</a:t>
            </a:r>
            <a:endParaRPr dirty="0"/>
          </a:p>
        </p:txBody>
      </p:sp>
      <p:cxnSp>
        <p:nvCxnSpPr>
          <p:cNvPr id="169" name="Google Shape;169;p31"/>
          <p:cNvCxnSpPr/>
          <p:nvPr/>
        </p:nvCxnSpPr>
        <p:spPr>
          <a:xfrm>
            <a:off x="300849" y="980942"/>
            <a:ext cx="11400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53B74727-C42C-3102-314B-359A97E64984}"/>
              </a:ext>
            </a:extLst>
          </p:cNvPr>
          <p:cNvSpPr txBox="1"/>
          <p:nvPr/>
        </p:nvSpPr>
        <p:spPr>
          <a:xfrm>
            <a:off x="784595" y="1788565"/>
            <a:ext cx="6589597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/>
              <a:t>- Reading sensors data.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ro-RO" dirty="0"/>
              <a:t>- Automatic fan activation under high humidity or odour.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ro-RO" dirty="0"/>
              <a:t>- Smooth Wi-Fi mode switching (AP ↔ STA).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ro-RO" dirty="0"/>
              <a:t>- Live monitoring via HTTP interface.</a:t>
            </a:r>
            <a:endParaRPr lang="en-US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ro-RO" dirty="0"/>
              <a:t>- Successful MQTT data publishing to HiveMQ.</a:t>
            </a:r>
            <a:endParaRPr lang="en-US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/>
              <a:t>- Save credentials from the connected router AP. (internet connection)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/>
              <a:t>- OTA firmware update</a:t>
            </a:r>
            <a:endParaRPr lang="ro-RO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78D18A97-09A1-E9BF-99F0-FED6491D33F9}"/>
                  </a:ext>
                </a:extLst>
              </p14:cNvPr>
              <p14:cNvContentPartPr/>
              <p14:nvPr/>
            </p14:nvContentPartPr>
            <p14:xfrm>
              <a:off x="3119240" y="3370525"/>
              <a:ext cx="360" cy="36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78D18A97-09A1-E9BF-99F0-FED6491D33F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114920" y="3366205"/>
                <a:ext cx="9000" cy="9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323902A0-814B-DB40-9BFE-EDC8B05D2F51}"/>
              </a:ext>
            </a:extLst>
          </p:cNvPr>
          <p:cNvGrpSpPr/>
          <p:nvPr/>
        </p:nvGrpSpPr>
        <p:grpSpPr>
          <a:xfrm>
            <a:off x="878240" y="1860685"/>
            <a:ext cx="163440" cy="178200"/>
            <a:chOff x="878240" y="1860685"/>
            <a:chExt cx="163440" cy="178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0866824-AA07-D92C-6A7C-9C4F6026E520}"/>
                    </a:ext>
                  </a:extLst>
                </p14:cNvPr>
                <p14:cNvContentPartPr/>
                <p14:nvPr/>
              </p14:nvContentPartPr>
              <p14:xfrm>
                <a:off x="896240" y="1870405"/>
                <a:ext cx="105840" cy="16848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0866824-AA07-D92C-6A7C-9C4F6026E520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87600" y="1861765"/>
                  <a:ext cx="12348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D8B191D-E644-D4CC-08A6-01CEC06D19B0}"/>
                    </a:ext>
                  </a:extLst>
                </p14:cNvPr>
                <p14:cNvContentPartPr/>
                <p14:nvPr/>
              </p14:nvContentPartPr>
              <p14:xfrm>
                <a:off x="878240" y="1860685"/>
                <a:ext cx="163440" cy="1656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D8B191D-E644-D4CC-08A6-01CEC06D19B0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69240" y="1851685"/>
                  <a:ext cx="181080" cy="183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99A162DE-0102-C09F-FD0A-3F20868D14DA}"/>
              </a:ext>
            </a:extLst>
          </p:cNvPr>
          <p:cNvGrpSpPr/>
          <p:nvPr/>
        </p:nvGrpSpPr>
        <p:grpSpPr>
          <a:xfrm>
            <a:off x="890120" y="2279725"/>
            <a:ext cx="107280" cy="356040"/>
            <a:chOff x="890120" y="2279725"/>
            <a:chExt cx="107280" cy="356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D2EE922-FA13-FB48-7FF8-4DA227747D9C}"/>
                    </a:ext>
                  </a:extLst>
                </p14:cNvPr>
                <p14:cNvContentPartPr/>
                <p14:nvPr/>
              </p14:nvContentPartPr>
              <p14:xfrm>
                <a:off x="890120" y="2318605"/>
                <a:ext cx="99360" cy="867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D2EE922-FA13-FB48-7FF8-4DA227747D9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81480" y="2309605"/>
                  <a:ext cx="11700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BE4ABDDA-9650-9B41-B0CF-F0BAF2FCB1B1}"/>
                    </a:ext>
                  </a:extLst>
                </p14:cNvPr>
                <p14:cNvContentPartPr/>
                <p14:nvPr/>
              </p14:nvContentPartPr>
              <p14:xfrm>
                <a:off x="890120" y="2279725"/>
                <a:ext cx="98280" cy="1587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BE4ABDDA-9650-9B41-B0CF-F0BAF2FCB1B1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881480" y="2271085"/>
                  <a:ext cx="11592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2E483D00-1472-4311-FE26-1F670FDC04BE}"/>
                    </a:ext>
                  </a:extLst>
                </p14:cNvPr>
                <p14:cNvContentPartPr/>
                <p14:nvPr/>
              </p14:nvContentPartPr>
              <p14:xfrm>
                <a:off x="896240" y="2522005"/>
                <a:ext cx="100440" cy="964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2E483D00-1472-4311-FE26-1F670FDC04BE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87600" y="2513005"/>
                  <a:ext cx="11808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E6A8CB3D-46DB-AB10-CA73-8382ED0CF4C1}"/>
                    </a:ext>
                  </a:extLst>
                </p14:cNvPr>
                <p14:cNvContentPartPr/>
                <p14:nvPr/>
              </p14:nvContentPartPr>
              <p14:xfrm>
                <a:off x="902000" y="2545765"/>
                <a:ext cx="95400" cy="900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E6A8CB3D-46DB-AB10-CA73-8382ED0CF4C1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93360" y="2537125"/>
                  <a:ext cx="113040" cy="107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E2272D6-8E02-31D1-BCF0-6D98F5B183C4}"/>
              </a:ext>
            </a:extLst>
          </p:cNvPr>
          <p:cNvGrpSpPr/>
          <p:nvPr/>
        </p:nvGrpSpPr>
        <p:grpSpPr>
          <a:xfrm>
            <a:off x="913935" y="3146179"/>
            <a:ext cx="101880" cy="127440"/>
            <a:chOff x="913935" y="3146179"/>
            <a:chExt cx="101880" cy="127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5623932D-ED06-B7A5-BC77-C1536467E546}"/>
                    </a:ext>
                  </a:extLst>
                </p14:cNvPr>
                <p14:cNvContentPartPr/>
                <p14:nvPr/>
              </p14:nvContentPartPr>
              <p14:xfrm>
                <a:off x="913935" y="3162019"/>
                <a:ext cx="65520" cy="11160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5623932D-ED06-B7A5-BC77-C1536467E546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05295" y="3153019"/>
                  <a:ext cx="8316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5A8328A-B94D-3029-0E40-75A6536D2ED4}"/>
                    </a:ext>
                  </a:extLst>
                </p14:cNvPr>
                <p14:cNvContentPartPr/>
                <p14:nvPr/>
              </p14:nvContentPartPr>
              <p14:xfrm>
                <a:off x="925815" y="3146179"/>
                <a:ext cx="90000" cy="1220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5A8328A-B94D-3029-0E40-75A6536D2ED4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916815" y="3137539"/>
                  <a:ext cx="107640" cy="1396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1111135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1"/>
          <p:cNvSpPr txBox="1">
            <a:spLocks noGrp="1"/>
          </p:cNvSpPr>
          <p:nvPr>
            <p:ph type="title"/>
          </p:nvPr>
        </p:nvSpPr>
        <p:spPr>
          <a:xfrm>
            <a:off x="1560376" y="141753"/>
            <a:ext cx="6661441" cy="151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-US" dirty="0"/>
              <a:t>Conclusion</a:t>
            </a:r>
          </a:p>
        </p:txBody>
      </p:sp>
      <p:sp>
        <p:nvSpPr>
          <p:cNvPr id="167" name="Google Shape;167;p31"/>
          <p:cNvSpPr txBox="1">
            <a:spLocks noGrp="1"/>
          </p:cNvSpPr>
          <p:nvPr>
            <p:ph type="title" idx="2"/>
          </p:nvPr>
        </p:nvSpPr>
        <p:spPr>
          <a:xfrm>
            <a:off x="360612" y="141753"/>
            <a:ext cx="1498069" cy="91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0006</a:t>
            </a:r>
            <a:endParaRPr dirty="0"/>
          </a:p>
        </p:txBody>
      </p:sp>
      <p:cxnSp>
        <p:nvCxnSpPr>
          <p:cNvPr id="169" name="Google Shape;169;p31"/>
          <p:cNvCxnSpPr/>
          <p:nvPr/>
        </p:nvCxnSpPr>
        <p:spPr>
          <a:xfrm>
            <a:off x="300849" y="980942"/>
            <a:ext cx="11400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9A35EA5D-C1B0-3581-5AB2-9D60429E7454}"/>
              </a:ext>
            </a:extLst>
          </p:cNvPr>
          <p:cNvSpPr txBox="1"/>
          <p:nvPr/>
        </p:nvSpPr>
        <p:spPr>
          <a:xfrm>
            <a:off x="360612" y="1615179"/>
            <a:ext cx="524010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 err="1"/>
              <a:t>BathGuardian</a:t>
            </a:r>
            <a:r>
              <a:rPr lang="en-US" sz="1800" dirty="0"/>
              <a:t> successfully automates ventilation and lighting for bathrooms.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Combines IoT, automation, and web-based control in a single ESP32 system.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Offers improved comfort, energy efficiency, and hygiene.</a:t>
            </a:r>
          </a:p>
        </p:txBody>
      </p:sp>
    </p:spTree>
    <p:extLst>
      <p:ext uri="{BB962C8B-B14F-4D97-AF65-F5344CB8AC3E}">
        <p14:creationId xmlns:p14="http://schemas.microsoft.com/office/powerpoint/2010/main" val="14539078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10;p42">
            <a:extLst>
              <a:ext uri="{FF2B5EF4-FFF2-40B4-BE49-F238E27FC236}">
                <a16:creationId xmlns:a16="http://schemas.microsoft.com/office/drawing/2014/main" id="{A0952660-5561-ED19-31FE-680F9349A1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9725" y="746220"/>
            <a:ext cx="4945800" cy="96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Thanks!</a:t>
            </a:r>
            <a:endParaRPr dirty="0"/>
          </a:p>
        </p:txBody>
      </p:sp>
      <p:sp>
        <p:nvSpPr>
          <p:cNvPr id="5" name="Google Shape;311;p42">
            <a:extLst>
              <a:ext uri="{FF2B5EF4-FFF2-40B4-BE49-F238E27FC236}">
                <a16:creationId xmlns:a16="http://schemas.microsoft.com/office/drawing/2014/main" id="{D43E8E03-9DA5-4D2E-B90E-9C5434F8CB80}"/>
              </a:ext>
            </a:extLst>
          </p:cNvPr>
          <p:cNvSpPr txBox="1">
            <a:spLocks/>
          </p:cNvSpPr>
          <p:nvPr/>
        </p:nvSpPr>
        <p:spPr>
          <a:xfrm>
            <a:off x="699675" y="1562708"/>
            <a:ext cx="49458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b="1"/>
              <a:t>Do you have any questions?</a:t>
            </a:r>
          </a:p>
          <a:p>
            <a:r>
              <a:rPr lang="en-US"/>
              <a:t>lorincz.stefanmihai@yahoo.ro</a:t>
            </a:r>
            <a:endParaRPr lang="en-US" dirty="0"/>
          </a:p>
        </p:txBody>
      </p:sp>
      <p:cxnSp>
        <p:nvCxnSpPr>
          <p:cNvPr id="9" name="Google Shape;316;p42">
            <a:extLst>
              <a:ext uri="{FF2B5EF4-FFF2-40B4-BE49-F238E27FC236}">
                <a16:creationId xmlns:a16="http://schemas.microsoft.com/office/drawing/2014/main" id="{5C7E5901-C405-190F-F318-E918C66C79D2}"/>
              </a:ext>
            </a:extLst>
          </p:cNvPr>
          <p:cNvCxnSpPr/>
          <p:nvPr/>
        </p:nvCxnSpPr>
        <p:spPr>
          <a:xfrm>
            <a:off x="713225" y="2713888"/>
            <a:ext cx="77175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0" name="Google Shape;317;p42">
            <a:extLst>
              <a:ext uri="{FF2B5EF4-FFF2-40B4-BE49-F238E27FC236}">
                <a16:creationId xmlns:a16="http://schemas.microsoft.com/office/drawing/2014/main" id="{C5FED4DD-9CCC-87C1-8C85-A060F8531536}"/>
              </a:ext>
            </a:extLst>
          </p:cNvPr>
          <p:cNvGrpSpPr/>
          <p:nvPr/>
        </p:nvGrpSpPr>
        <p:grpSpPr>
          <a:xfrm>
            <a:off x="858443" y="3133061"/>
            <a:ext cx="238665" cy="238652"/>
            <a:chOff x="266768" y="1721375"/>
            <a:chExt cx="397907" cy="397887"/>
          </a:xfrm>
        </p:grpSpPr>
        <p:sp>
          <p:nvSpPr>
            <p:cNvPr id="11" name="Google Shape;318;p42">
              <a:extLst>
                <a:ext uri="{FF2B5EF4-FFF2-40B4-BE49-F238E27FC236}">
                  <a16:creationId xmlns:a16="http://schemas.microsoft.com/office/drawing/2014/main" id="{C72A331A-1F95-F2F0-4B46-9DA0F77C2CC0}"/>
                </a:ext>
              </a:extLst>
            </p:cNvPr>
            <p:cNvSpPr/>
            <p:nvPr/>
          </p:nvSpPr>
          <p:spPr>
            <a:xfrm>
              <a:off x="454843" y="1791037"/>
              <a:ext cx="136218" cy="328222"/>
            </a:xfrm>
            <a:custGeom>
              <a:avLst/>
              <a:gdLst/>
              <a:ahLst/>
              <a:cxnLst/>
              <a:rect l="l" t="t" r="r" b="b"/>
              <a:pathLst>
                <a:path w="6527" h="15727" extrusionOk="0">
                  <a:moveTo>
                    <a:pt x="4957" y="1"/>
                  </a:moveTo>
                  <a:cubicBezTo>
                    <a:pt x="4645" y="1"/>
                    <a:pt x="4336" y="24"/>
                    <a:pt x="4028" y="69"/>
                  </a:cubicBezTo>
                  <a:cubicBezTo>
                    <a:pt x="2588" y="280"/>
                    <a:pt x="1700" y="890"/>
                    <a:pt x="1675" y="2250"/>
                  </a:cubicBezTo>
                  <a:lnTo>
                    <a:pt x="1675" y="5040"/>
                  </a:lnTo>
                  <a:cubicBezTo>
                    <a:pt x="1675" y="5348"/>
                    <a:pt x="1426" y="5599"/>
                    <a:pt x="1118" y="5599"/>
                  </a:cubicBezTo>
                  <a:lnTo>
                    <a:pt x="0" y="5599"/>
                  </a:lnTo>
                  <a:lnTo>
                    <a:pt x="0" y="6715"/>
                  </a:lnTo>
                  <a:lnTo>
                    <a:pt x="1118" y="6715"/>
                  </a:lnTo>
                  <a:cubicBezTo>
                    <a:pt x="1426" y="6715"/>
                    <a:pt x="1675" y="6965"/>
                    <a:pt x="1675" y="7274"/>
                  </a:cubicBezTo>
                  <a:lnTo>
                    <a:pt x="1675" y="15727"/>
                  </a:lnTo>
                  <a:lnTo>
                    <a:pt x="3352" y="15727"/>
                  </a:lnTo>
                  <a:lnTo>
                    <a:pt x="3352" y="7274"/>
                  </a:lnTo>
                  <a:cubicBezTo>
                    <a:pt x="3352" y="6965"/>
                    <a:pt x="3602" y="6715"/>
                    <a:pt x="3910" y="6715"/>
                  </a:cubicBezTo>
                  <a:lnTo>
                    <a:pt x="5709" y="6715"/>
                  </a:lnTo>
                  <a:lnTo>
                    <a:pt x="5987" y="5599"/>
                  </a:lnTo>
                  <a:lnTo>
                    <a:pt x="3910" y="5599"/>
                  </a:lnTo>
                  <a:cubicBezTo>
                    <a:pt x="3602" y="5599"/>
                    <a:pt x="3352" y="5348"/>
                    <a:pt x="3352" y="5040"/>
                  </a:cubicBezTo>
                  <a:lnTo>
                    <a:pt x="3352" y="3253"/>
                  </a:lnTo>
                  <a:cubicBezTo>
                    <a:pt x="3352" y="2316"/>
                    <a:pt x="3942" y="1677"/>
                    <a:pt x="4968" y="1504"/>
                  </a:cubicBezTo>
                  <a:cubicBezTo>
                    <a:pt x="5157" y="1473"/>
                    <a:pt x="5339" y="1460"/>
                    <a:pt x="5511" y="1460"/>
                  </a:cubicBezTo>
                  <a:cubicBezTo>
                    <a:pt x="5810" y="1460"/>
                    <a:pt x="6082" y="1498"/>
                    <a:pt x="6324" y="1546"/>
                  </a:cubicBezTo>
                  <a:lnTo>
                    <a:pt x="6526" y="182"/>
                  </a:lnTo>
                  <a:cubicBezTo>
                    <a:pt x="5988" y="62"/>
                    <a:pt x="5468" y="1"/>
                    <a:pt x="49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319;p42">
              <a:extLst>
                <a:ext uri="{FF2B5EF4-FFF2-40B4-BE49-F238E27FC236}">
                  <a16:creationId xmlns:a16="http://schemas.microsoft.com/office/drawing/2014/main" id="{B35DDBF2-3F74-F4F4-3D5C-8435B2CB730F}"/>
                </a:ext>
              </a:extLst>
            </p:cNvPr>
            <p:cNvSpPr/>
            <p:nvPr/>
          </p:nvSpPr>
          <p:spPr>
            <a:xfrm>
              <a:off x="266768" y="1721375"/>
              <a:ext cx="397907" cy="397887"/>
            </a:xfrm>
            <a:custGeom>
              <a:avLst/>
              <a:gdLst/>
              <a:ahLst/>
              <a:cxnLst/>
              <a:rect l="l" t="t" r="r" b="b"/>
              <a:pathLst>
                <a:path w="19066" h="19065" extrusionOk="0">
                  <a:moveTo>
                    <a:pt x="2794" y="0"/>
                  </a:moveTo>
                  <a:cubicBezTo>
                    <a:pt x="1255" y="0"/>
                    <a:pt x="1" y="1253"/>
                    <a:pt x="1" y="2793"/>
                  </a:cubicBezTo>
                  <a:lnTo>
                    <a:pt x="1" y="16271"/>
                  </a:lnTo>
                  <a:cubicBezTo>
                    <a:pt x="1" y="17812"/>
                    <a:pt x="1255" y="19065"/>
                    <a:pt x="2794" y="19065"/>
                  </a:cubicBezTo>
                  <a:lnTo>
                    <a:pt x="9571" y="19065"/>
                  </a:lnTo>
                  <a:lnTo>
                    <a:pt x="9571" y="11171"/>
                  </a:lnTo>
                  <a:lnTo>
                    <a:pt x="8453" y="11171"/>
                  </a:lnTo>
                  <a:cubicBezTo>
                    <a:pt x="8145" y="11171"/>
                    <a:pt x="7896" y="10920"/>
                    <a:pt x="7896" y="10612"/>
                  </a:cubicBezTo>
                  <a:lnTo>
                    <a:pt x="7896" y="8378"/>
                  </a:lnTo>
                  <a:cubicBezTo>
                    <a:pt x="7896" y="8070"/>
                    <a:pt x="8145" y="7819"/>
                    <a:pt x="8453" y="7819"/>
                  </a:cubicBezTo>
                  <a:lnTo>
                    <a:pt x="9571" y="7819"/>
                  </a:lnTo>
                  <a:lnTo>
                    <a:pt x="9571" y="5836"/>
                  </a:lnTo>
                  <a:cubicBezTo>
                    <a:pt x="9571" y="3710"/>
                    <a:pt x="10741" y="2615"/>
                    <a:pt x="12878" y="2302"/>
                  </a:cubicBezTo>
                  <a:cubicBezTo>
                    <a:pt x="13231" y="2249"/>
                    <a:pt x="13591" y="2223"/>
                    <a:pt x="13956" y="2223"/>
                  </a:cubicBezTo>
                  <a:cubicBezTo>
                    <a:pt x="14725" y="2223"/>
                    <a:pt x="15517" y="2339"/>
                    <a:pt x="16318" y="2567"/>
                  </a:cubicBezTo>
                  <a:cubicBezTo>
                    <a:pt x="16589" y="2643"/>
                    <a:pt x="16759" y="2908"/>
                    <a:pt x="16718" y="3186"/>
                  </a:cubicBezTo>
                  <a:lnTo>
                    <a:pt x="16352" y="5650"/>
                  </a:lnTo>
                  <a:cubicBezTo>
                    <a:pt x="16329" y="5806"/>
                    <a:pt x="16240" y="5944"/>
                    <a:pt x="16111" y="6031"/>
                  </a:cubicBezTo>
                  <a:cubicBezTo>
                    <a:pt x="16006" y="6102"/>
                    <a:pt x="15912" y="6127"/>
                    <a:pt x="15818" y="6127"/>
                  </a:cubicBezTo>
                  <a:cubicBezTo>
                    <a:pt x="15717" y="6127"/>
                    <a:pt x="15614" y="6098"/>
                    <a:pt x="15494" y="6068"/>
                  </a:cubicBezTo>
                  <a:cubicBezTo>
                    <a:pt x="15202" y="5995"/>
                    <a:pt x="14879" y="5914"/>
                    <a:pt x="14527" y="5914"/>
                  </a:cubicBezTo>
                  <a:cubicBezTo>
                    <a:pt x="14409" y="5914"/>
                    <a:pt x="14289" y="5923"/>
                    <a:pt x="14165" y="5944"/>
                  </a:cubicBezTo>
                  <a:cubicBezTo>
                    <a:pt x="13534" y="6050"/>
                    <a:pt x="13481" y="6333"/>
                    <a:pt x="13481" y="6590"/>
                  </a:cubicBezTo>
                  <a:lnTo>
                    <a:pt x="13481" y="7819"/>
                  </a:lnTo>
                  <a:lnTo>
                    <a:pt x="15715" y="7819"/>
                  </a:lnTo>
                  <a:cubicBezTo>
                    <a:pt x="15887" y="7819"/>
                    <a:pt x="16048" y="7899"/>
                    <a:pt x="16154" y="8035"/>
                  </a:cubicBezTo>
                  <a:cubicBezTo>
                    <a:pt x="16260" y="8169"/>
                    <a:pt x="16297" y="8346"/>
                    <a:pt x="16256" y="8513"/>
                  </a:cubicBezTo>
                  <a:lnTo>
                    <a:pt x="15697" y="10747"/>
                  </a:lnTo>
                  <a:cubicBezTo>
                    <a:pt x="15635" y="10996"/>
                    <a:pt x="15412" y="11170"/>
                    <a:pt x="15156" y="11170"/>
                  </a:cubicBezTo>
                  <a:lnTo>
                    <a:pt x="13481" y="11170"/>
                  </a:lnTo>
                  <a:lnTo>
                    <a:pt x="13481" y="19065"/>
                  </a:lnTo>
                  <a:lnTo>
                    <a:pt x="16272" y="19065"/>
                  </a:lnTo>
                  <a:cubicBezTo>
                    <a:pt x="17813" y="19065"/>
                    <a:pt x="19066" y="17810"/>
                    <a:pt x="19066" y="16271"/>
                  </a:cubicBezTo>
                  <a:lnTo>
                    <a:pt x="19066" y="2793"/>
                  </a:lnTo>
                  <a:cubicBezTo>
                    <a:pt x="19066" y="1253"/>
                    <a:pt x="17813" y="0"/>
                    <a:pt x="162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" name="Google Shape;320;p42">
            <a:extLst>
              <a:ext uri="{FF2B5EF4-FFF2-40B4-BE49-F238E27FC236}">
                <a16:creationId xmlns:a16="http://schemas.microsoft.com/office/drawing/2014/main" id="{9BB4BF74-CE07-C027-DAF3-5DDAA9B7BA31}"/>
              </a:ext>
            </a:extLst>
          </p:cNvPr>
          <p:cNvGrpSpPr/>
          <p:nvPr/>
        </p:nvGrpSpPr>
        <p:grpSpPr>
          <a:xfrm>
            <a:off x="2520503" y="3133061"/>
            <a:ext cx="238652" cy="238652"/>
            <a:chOff x="1379798" y="1723250"/>
            <a:chExt cx="397887" cy="397887"/>
          </a:xfrm>
        </p:grpSpPr>
        <p:sp>
          <p:nvSpPr>
            <p:cNvPr id="14" name="Google Shape;321;p42">
              <a:extLst>
                <a:ext uri="{FF2B5EF4-FFF2-40B4-BE49-F238E27FC236}">
                  <a16:creationId xmlns:a16="http://schemas.microsoft.com/office/drawing/2014/main" id="{49AB3767-FFC3-8996-DDB8-691AC7F9E31D}"/>
                </a:ext>
              </a:extLst>
            </p:cNvPr>
            <p:cNvSpPr/>
            <p:nvPr/>
          </p:nvSpPr>
          <p:spPr>
            <a:xfrm>
              <a:off x="1462169" y="1793977"/>
              <a:ext cx="23354" cy="23312"/>
            </a:xfrm>
            <a:custGeom>
              <a:avLst/>
              <a:gdLst/>
              <a:ahLst/>
              <a:cxnLst/>
              <a:rect l="l" t="t" r="r" b="b"/>
              <a:pathLst>
                <a:path w="1119" h="1117" extrusionOk="0">
                  <a:moveTo>
                    <a:pt x="559" y="1"/>
                  </a:moveTo>
                  <a:cubicBezTo>
                    <a:pt x="251" y="1"/>
                    <a:pt x="0" y="250"/>
                    <a:pt x="0" y="558"/>
                  </a:cubicBezTo>
                  <a:cubicBezTo>
                    <a:pt x="0" y="866"/>
                    <a:pt x="251" y="1117"/>
                    <a:pt x="559" y="1117"/>
                  </a:cubicBezTo>
                  <a:cubicBezTo>
                    <a:pt x="867" y="1117"/>
                    <a:pt x="1118" y="866"/>
                    <a:pt x="1118" y="558"/>
                  </a:cubicBezTo>
                  <a:cubicBezTo>
                    <a:pt x="1118" y="250"/>
                    <a:pt x="867" y="1"/>
                    <a:pt x="55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322;p42">
              <a:extLst>
                <a:ext uri="{FF2B5EF4-FFF2-40B4-BE49-F238E27FC236}">
                  <a16:creationId xmlns:a16="http://schemas.microsoft.com/office/drawing/2014/main" id="{62365FED-6178-F83A-B8DD-C459A26D6464}"/>
                </a:ext>
              </a:extLst>
            </p:cNvPr>
            <p:cNvSpPr/>
            <p:nvPr/>
          </p:nvSpPr>
          <p:spPr>
            <a:xfrm>
              <a:off x="1379798" y="1723250"/>
              <a:ext cx="397887" cy="397887"/>
            </a:xfrm>
            <a:custGeom>
              <a:avLst/>
              <a:gdLst/>
              <a:ahLst/>
              <a:cxnLst/>
              <a:rect l="l" t="t" r="r" b="b"/>
              <a:pathLst>
                <a:path w="19065" h="19065" extrusionOk="0">
                  <a:moveTo>
                    <a:pt x="4506" y="2271"/>
                  </a:moveTo>
                  <a:cubicBezTo>
                    <a:pt x="5429" y="2271"/>
                    <a:pt x="6181" y="3023"/>
                    <a:pt x="6181" y="3947"/>
                  </a:cubicBezTo>
                  <a:cubicBezTo>
                    <a:pt x="6181" y="4872"/>
                    <a:pt x="5429" y="5622"/>
                    <a:pt x="4506" y="5622"/>
                  </a:cubicBezTo>
                  <a:cubicBezTo>
                    <a:pt x="3583" y="5622"/>
                    <a:pt x="2831" y="4872"/>
                    <a:pt x="2831" y="3947"/>
                  </a:cubicBezTo>
                  <a:cubicBezTo>
                    <a:pt x="2831" y="3023"/>
                    <a:pt x="3583" y="2271"/>
                    <a:pt x="4506" y="2271"/>
                  </a:cubicBezTo>
                  <a:close/>
                  <a:moveTo>
                    <a:pt x="5622" y="6740"/>
                  </a:moveTo>
                  <a:cubicBezTo>
                    <a:pt x="5932" y="6740"/>
                    <a:pt x="6181" y="6989"/>
                    <a:pt x="6181" y="7299"/>
                  </a:cubicBezTo>
                  <a:lnTo>
                    <a:pt x="6181" y="16234"/>
                  </a:lnTo>
                  <a:cubicBezTo>
                    <a:pt x="6181" y="16544"/>
                    <a:pt x="5932" y="16793"/>
                    <a:pt x="5622" y="16793"/>
                  </a:cubicBezTo>
                  <a:lnTo>
                    <a:pt x="3388" y="16793"/>
                  </a:lnTo>
                  <a:cubicBezTo>
                    <a:pt x="3080" y="16793"/>
                    <a:pt x="2831" y="16544"/>
                    <a:pt x="2831" y="16234"/>
                  </a:cubicBezTo>
                  <a:lnTo>
                    <a:pt x="2831" y="7299"/>
                  </a:lnTo>
                  <a:cubicBezTo>
                    <a:pt x="2831" y="6989"/>
                    <a:pt x="3080" y="6740"/>
                    <a:pt x="3388" y="6740"/>
                  </a:cubicBezTo>
                  <a:close/>
                  <a:moveTo>
                    <a:pt x="12596" y="6721"/>
                  </a:moveTo>
                  <a:cubicBezTo>
                    <a:pt x="12811" y="6721"/>
                    <a:pt x="13027" y="6739"/>
                    <a:pt x="13241" y="6774"/>
                  </a:cubicBezTo>
                  <a:cubicBezTo>
                    <a:pt x="15058" y="7069"/>
                    <a:pt x="16235" y="8557"/>
                    <a:pt x="16235" y="10223"/>
                  </a:cubicBezTo>
                  <a:lnTo>
                    <a:pt x="16235" y="16234"/>
                  </a:lnTo>
                  <a:cubicBezTo>
                    <a:pt x="16235" y="16544"/>
                    <a:pt x="15985" y="16793"/>
                    <a:pt x="15676" y="16793"/>
                  </a:cubicBezTo>
                  <a:lnTo>
                    <a:pt x="13441" y="16793"/>
                  </a:lnTo>
                  <a:cubicBezTo>
                    <a:pt x="13133" y="16793"/>
                    <a:pt x="12884" y="16544"/>
                    <a:pt x="12884" y="16234"/>
                  </a:cubicBezTo>
                  <a:lnTo>
                    <a:pt x="12884" y="11209"/>
                  </a:lnTo>
                  <a:cubicBezTo>
                    <a:pt x="12884" y="10593"/>
                    <a:pt x="12382" y="10091"/>
                    <a:pt x="11766" y="10091"/>
                  </a:cubicBezTo>
                  <a:cubicBezTo>
                    <a:pt x="11150" y="10091"/>
                    <a:pt x="10650" y="10593"/>
                    <a:pt x="10650" y="11209"/>
                  </a:cubicBezTo>
                  <a:lnTo>
                    <a:pt x="10650" y="16234"/>
                  </a:lnTo>
                  <a:cubicBezTo>
                    <a:pt x="10650" y="16544"/>
                    <a:pt x="10399" y="16793"/>
                    <a:pt x="10091" y="16793"/>
                  </a:cubicBezTo>
                  <a:lnTo>
                    <a:pt x="7857" y="16793"/>
                  </a:lnTo>
                  <a:cubicBezTo>
                    <a:pt x="7547" y="16793"/>
                    <a:pt x="7298" y="16544"/>
                    <a:pt x="7298" y="16234"/>
                  </a:cubicBezTo>
                  <a:lnTo>
                    <a:pt x="7298" y="7299"/>
                  </a:lnTo>
                  <a:cubicBezTo>
                    <a:pt x="7298" y="6989"/>
                    <a:pt x="7547" y="6740"/>
                    <a:pt x="7857" y="6740"/>
                  </a:cubicBezTo>
                  <a:lnTo>
                    <a:pt x="10091" y="6740"/>
                  </a:lnTo>
                  <a:cubicBezTo>
                    <a:pt x="10377" y="6740"/>
                    <a:pt x="10613" y="6956"/>
                    <a:pt x="10644" y="7234"/>
                  </a:cubicBezTo>
                  <a:cubicBezTo>
                    <a:pt x="11219" y="6901"/>
                    <a:pt x="11901" y="6721"/>
                    <a:pt x="12596" y="6721"/>
                  </a:cubicBezTo>
                  <a:close/>
                  <a:moveTo>
                    <a:pt x="2831" y="0"/>
                  </a:moveTo>
                  <a:cubicBezTo>
                    <a:pt x="1290" y="0"/>
                    <a:pt x="0" y="1290"/>
                    <a:pt x="0" y="2831"/>
                  </a:cubicBezTo>
                  <a:lnTo>
                    <a:pt x="0" y="16234"/>
                  </a:lnTo>
                  <a:cubicBezTo>
                    <a:pt x="0" y="17775"/>
                    <a:pt x="1290" y="19065"/>
                    <a:pt x="2831" y="19065"/>
                  </a:cubicBezTo>
                  <a:lnTo>
                    <a:pt x="16235" y="19065"/>
                  </a:lnTo>
                  <a:cubicBezTo>
                    <a:pt x="17774" y="19065"/>
                    <a:pt x="19065" y="17775"/>
                    <a:pt x="19065" y="16234"/>
                  </a:cubicBezTo>
                  <a:lnTo>
                    <a:pt x="19065" y="2831"/>
                  </a:lnTo>
                  <a:cubicBezTo>
                    <a:pt x="19065" y="1290"/>
                    <a:pt x="17774" y="0"/>
                    <a:pt x="1623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323;p42">
              <a:extLst>
                <a:ext uri="{FF2B5EF4-FFF2-40B4-BE49-F238E27FC236}">
                  <a16:creationId xmlns:a16="http://schemas.microsoft.com/office/drawing/2014/main" id="{3DB55198-C681-53D5-AB64-1B731EF7408A}"/>
                </a:ext>
              </a:extLst>
            </p:cNvPr>
            <p:cNvSpPr/>
            <p:nvPr/>
          </p:nvSpPr>
          <p:spPr>
            <a:xfrm>
              <a:off x="1555413" y="1886846"/>
              <a:ext cx="139912" cy="163558"/>
            </a:xfrm>
            <a:custGeom>
              <a:avLst/>
              <a:gdLst/>
              <a:ahLst/>
              <a:cxnLst/>
              <a:rect l="l" t="t" r="r" b="b"/>
              <a:pathLst>
                <a:path w="6704" h="7837" extrusionOk="0">
                  <a:moveTo>
                    <a:pt x="4182" y="0"/>
                  </a:moveTo>
                  <a:cubicBezTo>
                    <a:pt x="3474" y="0"/>
                    <a:pt x="2782" y="261"/>
                    <a:pt x="2332" y="711"/>
                  </a:cubicBezTo>
                  <a:cubicBezTo>
                    <a:pt x="2108" y="935"/>
                    <a:pt x="1938" y="1142"/>
                    <a:pt x="1686" y="1142"/>
                  </a:cubicBezTo>
                  <a:cubicBezTo>
                    <a:pt x="1618" y="1142"/>
                    <a:pt x="1544" y="1127"/>
                    <a:pt x="1462" y="1093"/>
                  </a:cubicBezTo>
                  <a:cubicBezTo>
                    <a:pt x="1253" y="1006"/>
                    <a:pt x="1117" y="803"/>
                    <a:pt x="1117" y="576"/>
                  </a:cubicBezTo>
                  <a:lnTo>
                    <a:pt x="1117" y="17"/>
                  </a:lnTo>
                  <a:lnTo>
                    <a:pt x="1" y="17"/>
                  </a:lnTo>
                  <a:lnTo>
                    <a:pt x="1" y="7836"/>
                  </a:lnTo>
                  <a:lnTo>
                    <a:pt x="1117" y="7836"/>
                  </a:lnTo>
                  <a:lnTo>
                    <a:pt x="1117" y="3370"/>
                  </a:lnTo>
                  <a:cubicBezTo>
                    <a:pt x="1117" y="2137"/>
                    <a:pt x="2120" y="1135"/>
                    <a:pt x="3351" y="1135"/>
                  </a:cubicBezTo>
                  <a:cubicBezTo>
                    <a:pt x="4584" y="1135"/>
                    <a:pt x="5585" y="2137"/>
                    <a:pt x="5585" y="3370"/>
                  </a:cubicBezTo>
                  <a:lnTo>
                    <a:pt x="5585" y="7836"/>
                  </a:lnTo>
                  <a:lnTo>
                    <a:pt x="6703" y="7836"/>
                  </a:lnTo>
                  <a:lnTo>
                    <a:pt x="6703" y="2384"/>
                  </a:lnTo>
                  <a:cubicBezTo>
                    <a:pt x="6703" y="1266"/>
                    <a:pt x="5932" y="245"/>
                    <a:pt x="4648" y="38"/>
                  </a:cubicBezTo>
                  <a:cubicBezTo>
                    <a:pt x="4493" y="13"/>
                    <a:pt x="4337" y="0"/>
                    <a:pt x="418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324;p42">
              <a:extLst>
                <a:ext uri="{FF2B5EF4-FFF2-40B4-BE49-F238E27FC236}">
                  <a16:creationId xmlns:a16="http://schemas.microsoft.com/office/drawing/2014/main" id="{35F9AA23-A008-316A-9EEE-0D159FAE2069}"/>
                </a:ext>
              </a:extLst>
            </p:cNvPr>
            <p:cNvSpPr/>
            <p:nvPr/>
          </p:nvSpPr>
          <p:spPr>
            <a:xfrm>
              <a:off x="1462169" y="1887200"/>
              <a:ext cx="23354" cy="163203"/>
            </a:xfrm>
            <a:custGeom>
              <a:avLst/>
              <a:gdLst/>
              <a:ahLst/>
              <a:cxnLst/>
              <a:rect l="l" t="t" r="r" b="b"/>
              <a:pathLst>
                <a:path w="1119" h="7820" extrusionOk="0">
                  <a:moveTo>
                    <a:pt x="0" y="0"/>
                  </a:moveTo>
                  <a:lnTo>
                    <a:pt x="0" y="7819"/>
                  </a:lnTo>
                  <a:lnTo>
                    <a:pt x="1118" y="7819"/>
                  </a:lnTo>
                  <a:lnTo>
                    <a:pt x="1118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7514671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4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Resources</a:t>
            </a:r>
            <a:endParaRPr dirty="0"/>
          </a:p>
        </p:txBody>
      </p:sp>
      <p:cxnSp>
        <p:nvCxnSpPr>
          <p:cNvPr id="342" name="Google Shape;342;p44"/>
          <p:cNvCxnSpPr/>
          <p:nvPr/>
        </p:nvCxnSpPr>
        <p:spPr>
          <a:xfrm>
            <a:off x="713250" y="1279575"/>
            <a:ext cx="77175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3" name="Google Shape;343;p44"/>
          <p:cNvSpPr txBox="1"/>
          <p:nvPr/>
        </p:nvSpPr>
        <p:spPr>
          <a:xfrm>
            <a:off x="720000" y="1637469"/>
            <a:ext cx="7704000" cy="301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ue Simple Theme by Slidesgo">
  <a:themeElements>
    <a:clrScheme name="Simple Light">
      <a:dk1>
        <a:srgbClr val="021024"/>
      </a:dk1>
      <a:lt1>
        <a:srgbClr val="CAF2FF"/>
      </a:lt1>
      <a:dk2>
        <a:srgbClr val="023373"/>
      </a:dk2>
      <a:lt2>
        <a:srgbClr val="0487D9"/>
      </a:lt2>
      <a:accent1>
        <a:srgbClr val="63D8F2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21024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181</TotalTime>
  <Words>601</Words>
  <Application>Microsoft Office PowerPoint</Application>
  <PresentationFormat>On-screen Show (16:9)</PresentationFormat>
  <Paragraphs>93</Paragraphs>
  <Slides>13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2" baseType="lpstr">
      <vt:lpstr>Arial</vt:lpstr>
      <vt:lpstr>Bebas Neue</vt:lpstr>
      <vt:lpstr>Outfit</vt:lpstr>
      <vt:lpstr>Anaheim</vt:lpstr>
      <vt:lpstr>Open Sans Light</vt:lpstr>
      <vt:lpstr>Wingdings</vt:lpstr>
      <vt:lpstr>Arimo</vt:lpstr>
      <vt:lpstr>Nunito Light</vt:lpstr>
      <vt:lpstr>Blue Simple Theme by Slidesgo</vt:lpstr>
      <vt:lpstr>BathGuardian</vt:lpstr>
      <vt:lpstr>Problem statement</vt:lpstr>
      <vt:lpstr>Table of contents</vt:lpstr>
      <vt:lpstr>Project Overview</vt:lpstr>
      <vt:lpstr>System Architecture</vt:lpstr>
      <vt:lpstr>PowerPoint Presentation</vt:lpstr>
      <vt:lpstr>PowerPoint Presentation</vt:lpstr>
      <vt:lpstr>Project Roadmap</vt:lpstr>
      <vt:lpstr>Software and Connectivity</vt:lpstr>
      <vt:lpstr>Features</vt:lpstr>
      <vt:lpstr>Conclusion</vt:lpstr>
      <vt:lpstr>Thanks!</vt:lpstr>
      <vt:lpstr>Resources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Stefan Mihai Lorincz</cp:lastModifiedBy>
  <cp:revision>5</cp:revision>
  <dcterms:modified xsi:type="dcterms:W3CDTF">2025-10-29T10:22:40Z</dcterms:modified>
</cp:coreProperties>
</file>