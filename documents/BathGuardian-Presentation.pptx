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1_Outfit_Regular.fntdata" ContentType="application/x-fontdata"/>
  <Override PartName="/ppt/fonts/Font_4_Arimo_Bold.fntdata" ContentType="application/x-fontdata"/>
  <Override PartName="/ppt/fonts/Font_3_Arimo_Regular.fntdata" ContentType="application/x-fontdata"/>
  <Override PartName="/ppt/fonts/Font_6_Arimo_BoldItalic.fntdata" ContentType="application/x-fontdata"/>
  <Override PartName="/ppt/fonts/Font_7_Microsoft_YaHei_Regular.fntdata" ContentType="application/x-fontdata"/>
  <Override PartName="/ppt/fonts/Font_2_Outfit_Bold.fntdata" ContentType="application/x-fontdata"/>
  <Override PartName="/ppt/fonts/Font_5_Arimo_Italic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6858000" cy="9144000"/>
  <p:embeddedFontLst>
    <p:embeddedFont>
      <p:font typeface="Outfit"/>
      <p:regular r:id="rId16"/>
      <p:bold r:id="rId17"/>
      <p:italic r:id="rId17"/>
    </p:embeddedFont>
    <p:embeddedFont>
      <p:font typeface="Arimo"/>
      <p:regular r:id="rId18"/>
      <p:bold r:id="rId19"/>
      <p:italic r:id="rId20"/>
      <p:boldItalic r:id="rId21"/>
    </p:embeddedFont>
    <p:embeddedFont>
      <p:font typeface="Microsoft YaHei"/>
      <p:regular r:id="rId2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_1_Outfit_Regular.fntdata"/><Relationship Id="rId17" Type="http://schemas.openxmlformats.org/officeDocument/2006/relationships/font" Target="fonts/Font_2_Outfit_Bold.fntdata"/><Relationship Id="rId18" Type="http://schemas.openxmlformats.org/officeDocument/2006/relationships/font" Target="fonts/Font_3_Arimo_Regular.fntdata"/><Relationship Id="rId19" Type="http://schemas.openxmlformats.org/officeDocument/2006/relationships/font" Target="fonts/Font_4_Arimo_Bold.fntdata"/><Relationship Id="rId20" Type="http://schemas.openxmlformats.org/officeDocument/2006/relationships/font" Target="fonts/Font_5_Arimo_Italic.fntdata"/><Relationship Id="rId21" Type="http://schemas.openxmlformats.org/officeDocument/2006/relationships/font" Target="fonts/Font_6_Arimo_BoldItalic.fntdata"/><Relationship Id="rId22" Type="http://schemas.openxmlformats.org/officeDocument/2006/relationships/font" Target="fonts/Font_7_Microsoft_YaHei_Regular.fntdata"/><Relationship Id="rId23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347734-D31D-4326-B367-BFAAF46C90AF}" type="doc">
      <dgm:prSet loTypeId="urn:microsoft.com/office/officeart/2005/8/layout/h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D9DDE413-E252-4886-B4D7-DAC9E0008E42}">
      <dgm:prSet phldrT="[Text]"/>
      <dgm:spPr/>
      <dgm:t>
        <a:bodyPr/>
        <a:lstStyle/>
        <a:p>
          <a:r>
            <a:rPr lang="en-US" dirty="0"/>
            <a:t>1️⃣ Research &amp; Planning </a:t>
          </a:r>
          <a:endParaRPr lang="ro-RO" dirty="0"/>
        </a:p>
      </dgm:t>
    </dgm:pt>
    <dgm:pt modelId="{2E85AFE1-FEE1-43DC-A876-603E2F6A01E0}" type="parTrans" cxnId="{AA16FB7A-72DF-4441-812A-FD8A992672B2}">
      <dgm:prSet/>
      <dgm:spPr/>
      <dgm:t>
        <a:bodyPr/>
        <a:lstStyle/>
        <a:p>
          <a:endParaRPr lang="ro-RO"/>
        </a:p>
      </dgm:t>
    </dgm:pt>
    <dgm:pt modelId="{7BA7D3F4-8A81-43B3-88EE-4CB7616D5B6A}" type="sibTrans" cxnId="{AA16FB7A-72DF-4441-812A-FD8A992672B2}">
      <dgm:prSet/>
      <dgm:spPr/>
      <dgm:t>
        <a:bodyPr/>
        <a:lstStyle/>
        <a:p>
          <a:endParaRPr lang="ro-RO"/>
        </a:p>
      </dgm:t>
    </dgm:pt>
    <dgm:pt modelId="{8C9C9F3B-E83F-42C9-B1FB-4467D3202E73}">
      <dgm:prSet phldrT="[Text]"/>
      <dgm:spPr/>
      <dgm:t>
        <a:bodyPr/>
        <a:lstStyle/>
        <a:p>
          <a:r>
            <a:rPr lang="en-US" dirty="0"/>
            <a:t>Define problem, gather requirements, choose sensors and communication methods.</a:t>
          </a:r>
          <a:endParaRPr lang="ro-RO" dirty="0"/>
        </a:p>
      </dgm:t>
    </dgm:pt>
    <dgm:pt modelId="{2D01A817-4E3B-4748-8EA8-2D789B5A95E8}" type="parTrans" cxnId="{04F74BCF-2550-433A-9FAD-13B78A7AD0A6}">
      <dgm:prSet/>
      <dgm:spPr/>
      <dgm:t>
        <a:bodyPr/>
        <a:lstStyle/>
        <a:p>
          <a:endParaRPr lang="ro-RO"/>
        </a:p>
      </dgm:t>
    </dgm:pt>
    <dgm:pt modelId="{107DF1DC-E25D-4673-B7CA-86EE9F8D11C2}" type="sibTrans" cxnId="{04F74BCF-2550-433A-9FAD-13B78A7AD0A6}">
      <dgm:prSet/>
      <dgm:spPr/>
      <dgm:t>
        <a:bodyPr/>
        <a:lstStyle/>
        <a:p>
          <a:endParaRPr lang="ro-RO"/>
        </a:p>
      </dgm:t>
    </dgm:pt>
    <dgm:pt modelId="{546E8A82-F324-4CC0-9393-40F8B6275ACC}">
      <dgm:prSet phldrT="[Text]"/>
      <dgm:spPr/>
      <dgm:t>
        <a:bodyPr/>
        <a:lstStyle/>
        <a:p>
          <a:r>
            <a:rPr lang="ro-RO" dirty="0"/>
            <a:t>2️⃣ </a:t>
          </a:r>
          <a:r>
            <a:rPr lang="en-US" dirty="0"/>
            <a:t>Hardware Assembly </a:t>
          </a:r>
          <a:endParaRPr lang="ro-RO" dirty="0"/>
        </a:p>
      </dgm:t>
    </dgm:pt>
    <dgm:pt modelId="{CD9DF92C-CFE8-41D8-AA5B-5A7A0BB36848}" type="parTrans" cxnId="{9932B40B-A390-4868-B953-6C6469C42FBB}">
      <dgm:prSet/>
      <dgm:spPr/>
      <dgm:t>
        <a:bodyPr/>
        <a:lstStyle/>
        <a:p>
          <a:endParaRPr lang="ro-RO"/>
        </a:p>
      </dgm:t>
    </dgm:pt>
    <dgm:pt modelId="{A83A1D76-9FA8-4EA8-B3A8-099C94B57E08}" type="sibTrans" cxnId="{9932B40B-A390-4868-B953-6C6469C42FBB}">
      <dgm:prSet/>
      <dgm:spPr/>
      <dgm:t>
        <a:bodyPr/>
        <a:lstStyle/>
        <a:p>
          <a:endParaRPr lang="ro-RO"/>
        </a:p>
      </dgm:t>
    </dgm:pt>
    <dgm:pt modelId="{57CA5657-5ED8-49AE-981D-04432FA38C24}">
      <dgm:prSet phldrT="[Text]"/>
      <dgm:spPr/>
      <dgm:t>
        <a:bodyPr/>
        <a:lstStyle/>
        <a:p>
          <a:r>
            <a:rPr lang="en-US" dirty="0"/>
            <a:t>Integrated the ESP32 microcontroller with sensors and relay modules.</a:t>
          </a:r>
          <a:endParaRPr lang="ro-RO" dirty="0"/>
        </a:p>
      </dgm:t>
    </dgm:pt>
    <dgm:pt modelId="{63808ED3-F12B-46A6-8007-76B0A771D3B6}" type="parTrans" cxnId="{82F25275-8372-4616-B269-49AD29B4056F}">
      <dgm:prSet/>
      <dgm:spPr/>
      <dgm:t>
        <a:bodyPr/>
        <a:lstStyle/>
        <a:p>
          <a:endParaRPr lang="ro-RO"/>
        </a:p>
      </dgm:t>
    </dgm:pt>
    <dgm:pt modelId="{2D224223-DF4B-4385-AE8E-024B915E5CFD}" type="sibTrans" cxnId="{82F25275-8372-4616-B269-49AD29B4056F}">
      <dgm:prSet/>
      <dgm:spPr/>
      <dgm:t>
        <a:bodyPr/>
        <a:lstStyle/>
        <a:p>
          <a:endParaRPr lang="ro-RO"/>
        </a:p>
      </dgm:t>
    </dgm:pt>
    <dgm:pt modelId="{32BCB807-342D-4101-ADE2-06E12F7E86B0}">
      <dgm:prSet phldrT="[Text]"/>
      <dgm:spPr/>
      <dgm:t>
        <a:bodyPr/>
        <a:lstStyle/>
        <a:p>
          <a:r>
            <a:rPr lang="ro-RO" dirty="0"/>
            <a:t>3️⃣</a:t>
          </a:r>
          <a:r>
            <a:rPr lang="en-US" dirty="0"/>
            <a:t> Firmware Development </a:t>
          </a:r>
          <a:endParaRPr lang="ro-RO" dirty="0"/>
        </a:p>
      </dgm:t>
    </dgm:pt>
    <dgm:pt modelId="{8F4C4436-D655-4C0D-9270-26A42664EC53}" type="parTrans" cxnId="{6F897507-DC34-438F-939A-62875912383D}">
      <dgm:prSet/>
      <dgm:spPr/>
      <dgm:t>
        <a:bodyPr/>
        <a:lstStyle/>
        <a:p>
          <a:endParaRPr lang="ro-RO"/>
        </a:p>
      </dgm:t>
    </dgm:pt>
    <dgm:pt modelId="{2A4950D3-3488-4BC2-A540-3F9F81F293B9}" type="sibTrans" cxnId="{6F897507-DC34-438F-939A-62875912383D}">
      <dgm:prSet/>
      <dgm:spPr/>
      <dgm:t>
        <a:bodyPr/>
        <a:lstStyle/>
        <a:p>
          <a:endParaRPr lang="ro-RO"/>
        </a:p>
      </dgm:t>
    </dgm:pt>
    <dgm:pt modelId="{93B73DF9-36EC-4AFD-A0B9-90E24AAB5346}">
      <dgm:prSet phldrT="[Text]"/>
      <dgm:spPr/>
      <dgm:t>
        <a:bodyPr/>
        <a:lstStyle/>
        <a:p>
          <a:r>
            <a:rPr lang="en-US" dirty="0"/>
            <a:t>Implemented sensor reading, control </a:t>
          </a:r>
          <a:r>
            <a:rPr lang="en-US" dirty="0" err="1"/>
            <a:t>logic,RGB</a:t>
          </a:r>
          <a:r>
            <a:rPr lang="en-US" dirty="0"/>
            <a:t> LED indicators.</a:t>
          </a:r>
          <a:endParaRPr lang="ro-RO" dirty="0"/>
        </a:p>
      </dgm:t>
    </dgm:pt>
    <dgm:pt modelId="{215197F2-995F-4357-B199-100F028BF14A}" type="parTrans" cxnId="{E40CECE0-067F-4761-8EE5-882E8F2F7F7E}">
      <dgm:prSet/>
      <dgm:spPr/>
      <dgm:t>
        <a:bodyPr/>
        <a:lstStyle/>
        <a:p>
          <a:endParaRPr lang="ro-RO"/>
        </a:p>
      </dgm:t>
    </dgm:pt>
    <dgm:pt modelId="{8ADBC17D-E224-4EFF-96C9-68D4B687550F}" type="sibTrans" cxnId="{E40CECE0-067F-4761-8EE5-882E8F2F7F7E}">
      <dgm:prSet/>
      <dgm:spPr/>
      <dgm:t>
        <a:bodyPr/>
        <a:lstStyle/>
        <a:p>
          <a:endParaRPr lang="ro-RO"/>
        </a:p>
      </dgm:t>
    </dgm:pt>
    <dgm:pt modelId="{1EED518F-9E9A-43AD-8258-B58CAEF5D36F}">
      <dgm:prSet phldrT="[Text]"/>
      <dgm:spPr/>
      <dgm:t>
        <a:bodyPr/>
        <a:lstStyle/>
        <a:p>
          <a:r>
            <a:rPr lang="ro-RO" dirty="0"/>
            <a:t>4️⃣</a:t>
          </a:r>
          <a:r>
            <a:rPr lang="en-US" dirty="0"/>
            <a:t> IoT Integration </a:t>
          </a:r>
          <a:endParaRPr lang="ro-RO" dirty="0"/>
        </a:p>
      </dgm:t>
    </dgm:pt>
    <dgm:pt modelId="{387638DA-B5F4-425E-BDC4-402F6941C906}" type="parTrans" cxnId="{20C70B91-DDAA-4892-A150-72DBB57AFFDA}">
      <dgm:prSet/>
      <dgm:spPr/>
      <dgm:t>
        <a:bodyPr/>
        <a:lstStyle/>
        <a:p>
          <a:endParaRPr lang="ro-RO"/>
        </a:p>
      </dgm:t>
    </dgm:pt>
    <dgm:pt modelId="{C32E6B10-8A04-45DD-8628-ECB23EE7DF87}" type="sibTrans" cxnId="{20C70B91-DDAA-4892-A150-72DBB57AFFDA}">
      <dgm:prSet/>
      <dgm:spPr/>
      <dgm:t>
        <a:bodyPr/>
        <a:lstStyle/>
        <a:p>
          <a:endParaRPr lang="ro-RO"/>
        </a:p>
      </dgm:t>
    </dgm:pt>
    <dgm:pt modelId="{EAE2540B-B44A-4175-B6B7-C4B585FB968C}">
      <dgm:prSet/>
      <dgm:spPr/>
      <dgm:t>
        <a:bodyPr/>
        <a:lstStyle/>
        <a:p>
          <a:r>
            <a:rPr lang="en-US" dirty="0"/>
            <a:t>Implement MQTT publishing, local HTTP server, and dual Wi-Fi mode  (AP + STA).</a:t>
          </a:r>
          <a:endParaRPr lang="ro-RO" dirty="0"/>
        </a:p>
      </dgm:t>
    </dgm:pt>
    <dgm:pt modelId="{E77E6ABF-109A-40D6-BE60-3D1213A08A18}" type="parTrans" cxnId="{5F08FD8C-B2A7-43CE-AD1D-2D689B32CF00}">
      <dgm:prSet/>
      <dgm:spPr/>
      <dgm:t>
        <a:bodyPr/>
        <a:lstStyle/>
        <a:p>
          <a:endParaRPr lang="ro-RO"/>
        </a:p>
      </dgm:t>
    </dgm:pt>
    <dgm:pt modelId="{6C2D1C10-7E52-4056-B6A2-CB4735BF90F5}" type="sibTrans" cxnId="{5F08FD8C-B2A7-43CE-AD1D-2D689B32CF00}">
      <dgm:prSet/>
      <dgm:spPr/>
      <dgm:t>
        <a:bodyPr/>
        <a:lstStyle/>
        <a:p>
          <a:endParaRPr lang="ro-RO"/>
        </a:p>
      </dgm:t>
    </dgm:pt>
    <dgm:pt modelId="{24D03DDC-1278-4A12-BABE-06E624548DDF}">
      <dgm:prSet/>
      <dgm:spPr/>
      <dgm:t>
        <a:bodyPr/>
        <a:lstStyle/>
        <a:p>
          <a:r>
            <a:rPr lang="ro-RO" dirty="0"/>
            <a:t>5️⃣</a:t>
          </a:r>
          <a:r>
            <a:rPr lang="en-US" dirty="0"/>
            <a:t> Testing &amp; Optimization </a:t>
          </a:r>
          <a:endParaRPr lang="ro-RO" dirty="0"/>
        </a:p>
      </dgm:t>
    </dgm:pt>
    <dgm:pt modelId="{B812AF17-9109-4635-9FB6-D01DFB06E491}" type="parTrans" cxnId="{05B5ED97-0923-46F0-8FFE-65FB32DCC050}">
      <dgm:prSet/>
      <dgm:spPr/>
      <dgm:t>
        <a:bodyPr/>
        <a:lstStyle/>
        <a:p>
          <a:endParaRPr lang="ro-RO"/>
        </a:p>
      </dgm:t>
    </dgm:pt>
    <dgm:pt modelId="{C78E9CCA-7215-4E27-8ED3-091BAE2DA2C2}" type="sibTrans" cxnId="{05B5ED97-0923-46F0-8FFE-65FB32DCC050}">
      <dgm:prSet/>
      <dgm:spPr/>
      <dgm:t>
        <a:bodyPr/>
        <a:lstStyle/>
        <a:p>
          <a:endParaRPr lang="ro-RO"/>
        </a:p>
      </dgm:t>
    </dgm:pt>
    <dgm:pt modelId="{D9CCEC8A-12BD-468F-BE43-525CE14D9ABA}">
      <dgm:prSet/>
      <dgm:spPr/>
      <dgm:t>
        <a:bodyPr/>
        <a:lstStyle/>
        <a:p>
          <a:r>
            <a:rPr lang="en-US" dirty="0"/>
            <a:t>Verified automatic fan/light control and data transmission.</a:t>
          </a:r>
          <a:endParaRPr lang="ro-RO" dirty="0"/>
        </a:p>
      </dgm:t>
    </dgm:pt>
    <dgm:pt modelId="{9FD6247A-3408-4BBB-ABFF-488E4F3F9ED0}" type="parTrans" cxnId="{A1194B41-9A88-4098-9F30-82718D0621DE}">
      <dgm:prSet/>
      <dgm:spPr/>
      <dgm:t>
        <a:bodyPr/>
        <a:lstStyle/>
        <a:p>
          <a:endParaRPr lang="ro-RO"/>
        </a:p>
      </dgm:t>
    </dgm:pt>
    <dgm:pt modelId="{B6DE5A87-4D36-4EB5-933A-4793CA235A2B}" type="sibTrans" cxnId="{A1194B41-9A88-4098-9F30-82718D0621DE}">
      <dgm:prSet/>
      <dgm:spPr/>
      <dgm:t>
        <a:bodyPr/>
        <a:lstStyle/>
        <a:p>
          <a:endParaRPr lang="ro-RO"/>
        </a:p>
      </dgm:t>
    </dgm:pt>
    <dgm:pt modelId="{47B08F50-49FA-468C-9DC8-6554B4006D9A}">
      <dgm:prSet/>
      <dgm:spPr/>
      <dgm:t>
        <a:bodyPr/>
        <a:lstStyle/>
        <a:p>
          <a:r>
            <a:rPr lang="ro-RO" dirty="0"/>
            <a:t>6️⃣</a:t>
          </a:r>
          <a:r>
            <a:rPr lang="en-US" dirty="0"/>
            <a:t> Future Enhancements </a:t>
          </a:r>
          <a:endParaRPr lang="ro-RO" dirty="0"/>
        </a:p>
      </dgm:t>
    </dgm:pt>
    <dgm:pt modelId="{F9BC130D-84F5-40D3-986E-3DF1FA871853}" type="parTrans" cxnId="{8CE2AEE8-D5A9-45AA-97DA-B4EAD26B2085}">
      <dgm:prSet/>
      <dgm:spPr/>
      <dgm:t>
        <a:bodyPr/>
        <a:lstStyle/>
        <a:p>
          <a:endParaRPr lang="ro-RO"/>
        </a:p>
      </dgm:t>
    </dgm:pt>
    <dgm:pt modelId="{155F89EC-ED81-4725-BB96-141B0E87AEE3}" type="sibTrans" cxnId="{8CE2AEE8-D5A9-45AA-97DA-B4EAD26B2085}">
      <dgm:prSet/>
      <dgm:spPr/>
      <dgm:t>
        <a:bodyPr/>
        <a:lstStyle/>
        <a:p>
          <a:endParaRPr lang="ro-RO"/>
        </a:p>
      </dgm:t>
    </dgm:pt>
    <dgm:pt modelId="{64AAA7E8-B260-4AEF-A3D5-95FFFDB03889}">
      <dgm:prSet/>
      <dgm:spPr/>
      <dgm:t>
        <a:bodyPr/>
        <a:lstStyle/>
        <a:p>
          <a:r>
            <a:rPr lang="en-US" dirty="0"/>
            <a:t>Add motion detection/touch switch remote, mobile app, and AI optimization.</a:t>
          </a:r>
          <a:endParaRPr lang="ro-RO" dirty="0"/>
        </a:p>
      </dgm:t>
    </dgm:pt>
    <dgm:pt modelId="{88CA4E66-9132-4A13-9B92-50816FE11695}" type="parTrans" cxnId="{14BD5CF9-46B0-4C51-8BD5-A6B3572B65FC}">
      <dgm:prSet/>
      <dgm:spPr/>
      <dgm:t>
        <a:bodyPr/>
        <a:lstStyle/>
        <a:p>
          <a:endParaRPr lang="ro-RO"/>
        </a:p>
      </dgm:t>
    </dgm:pt>
    <dgm:pt modelId="{D8D57586-92DA-4C7C-A53F-6E392E034090}" type="sibTrans" cxnId="{14BD5CF9-46B0-4C51-8BD5-A6B3572B65FC}">
      <dgm:prSet/>
      <dgm:spPr/>
      <dgm:t>
        <a:bodyPr/>
        <a:lstStyle/>
        <a:p>
          <a:endParaRPr lang="ro-RO"/>
        </a:p>
      </dgm:t>
    </dgm:pt>
    <dgm:pt modelId="{82364D79-FBC5-40C0-A32D-9FE99AC2A31B}" type="pres">
      <dgm:prSet presAssocID="{A6347734-D31D-4326-B367-BFAAF46C90AF}" presName="Name0" presStyleCnt="0">
        <dgm:presLayoutVars>
          <dgm:dir/>
          <dgm:animLvl val="lvl"/>
          <dgm:resizeHandles val="exact"/>
        </dgm:presLayoutVars>
      </dgm:prSet>
      <dgm:spPr/>
    </dgm:pt>
    <dgm:pt modelId="{6999E4D3-69BB-410E-BD38-F0E92938CA76}" type="pres">
      <dgm:prSet presAssocID="{A6347734-D31D-4326-B367-BFAAF46C90AF}" presName="tSp" presStyleCnt="0"/>
      <dgm:spPr/>
    </dgm:pt>
    <dgm:pt modelId="{37F3CC36-E5EB-4C7F-B9C4-BE46A01274B7}" type="pres">
      <dgm:prSet presAssocID="{A6347734-D31D-4326-B367-BFAAF46C90AF}" presName="bSp" presStyleCnt="0"/>
      <dgm:spPr/>
    </dgm:pt>
    <dgm:pt modelId="{125E3FDE-3F97-44FE-9A2A-60283200D5A8}" type="pres">
      <dgm:prSet presAssocID="{A6347734-D31D-4326-B367-BFAAF46C90AF}" presName="process" presStyleCnt="0"/>
      <dgm:spPr/>
    </dgm:pt>
    <dgm:pt modelId="{4C3B2D39-F489-4075-85F3-340DDD4D264C}" type="pres">
      <dgm:prSet presAssocID="{D9DDE413-E252-4886-B4D7-DAC9E0008E42}" presName="composite1" presStyleCnt="0"/>
      <dgm:spPr/>
    </dgm:pt>
    <dgm:pt modelId="{49D74185-3919-4459-92E6-F50C2C021BDE}" type="pres">
      <dgm:prSet presAssocID="{D9DDE413-E252-4886-B4D7-DAC9E0008E42}" presName="dummyNode1" presStyleLbl="node1" presStyleIdx="0" presStyleCnt="6"/>
      <dgm:spPr/>
    </dgm:pt>
    <dgm:pt modelId="{1143139B-1A26-41BA-95E2-77A62D727E21}" type="pres">
      <dgm:prSet presAssocID="{D9DDE413-E252-4886-B4D7-DAC9E0008E42}" presName="childNode1" presStyleLbl="bgAcc1" presStyleIdx="0" presStyleCnt="6" custLinFactY="-8602" custLinFactNeighborX="2342" custLinFactNeighborY="-100000">
        <dgm:presLayoutVars>
          <dgm:bulletEnabled val="1"/>
        </dgm:presLayoutVars>
      </dgm:prSet>
      <dgm:spPr/>
    </dgm:pt>
    <dgm:pt modelId="{1D9E41B7-4BFE-42C1-9A1F-00616E810785}" type="pres">
      <dgm:prSet presAssocID="{D9DDE413-E252-4886-B4D7-DAC9E0008E42}" presName="childNode1tx" presStyleLbl="bgAcc1" presStyleIdx="0" presStyleCnt="6">
        <dgm:presLayoutVars>
          <dgm:bulletEnabled val="1"/>
        </dgm:presLayoutVars>
      </dgm:prSet>
      <dgm:spPr/>
    </dgm:pt>
    <dgm:pt modelId="{8B5C2169-DF37-4931-8AA8-0E4F9B0B7BBA}" type="pres">
      <dgm:prSet presAssocID="{D9DDE413-E252-4886-B4D7-DAC9E0008E42}" presName="parentNode1" presStyleLbl="node1" presStyleIdx="0" presStyleCnt="6" custLinFactY="-100000" custLinFactNeighborX="-16022" custLinFactNeighborY="-145251">
        <dgm:presLayoutVars>
          <dgm:chMax val="1"/>
          <dgm:bulletEnabled val="1"/>
        </dgm:presLayoutVars>
      </dgm:prSet>
      <dgm:spPr/>
    </dgm:pt>
    <dgm:pt modelId="{637B9B9E-5DC6-4C8C-9E10-C5A833271D6A}" type="pres">
      <dgm:prSet presAssocID="{D9DDE413-E252-4886-B4D7-DAC9E0008E42}" presName="connSite1" presStyleCnt="0"/>
      <dgm:spPr/>
    </dgm:pt>
    <dgm:pt modelId="{A8629F5A-6523-4AC2-9442-A426C5BD4469}" type="pres">
      <dgm:prSet presAssocID="{7BA7D3F4-8A81-43B3-88EE-4CB7616D5B6A}" presName="Name9" presStyleLbl="sibTrans2D1" presStyleIdx="0" presStyleCnt="5" custScaleX="63669" custLinFactNeighborX="-15295" custLinFactNeighborY="-19057"/>
      <dgm:spPr/>
    </dgm:pt>
    <dgm:pt modelId="{1A231491-1B91-4CCB-9A41-5EF55FDAD7C6}" type="pres">
      <dgm:prSet presAssocID="{546E8A82-F324-4CC0-9393-40F8B6275ACC}" presName="composite2" presStyleCnt="0"/>
      <dgm:spPr/>
    </dgm:pt>
    <dgm:pt modelId="{B77ECF01-DE45-4F8A-BAC5-DB5675545248}" type="pres">
      <dgm:prSet presAssocID="{546E8A82-F324-4CC0-9393-40F8B6275ACC}" presName="dummyNode2" presStyleLbl="node1" presStyleIdx="0" presStyleCnt="6"/>
      <dgm:spPr/>
    </dgm:pt>
    <dgm:pt modelId="{A28C1E0B-D5B9-4076-AEE9-73CC07D65D46}" type="pres">
      <dgm:prSet presAssocID="{546E8A82-F324-4CC0-9393-40F8B6275ACC}" presName="childNode2" presStyleLbl="bgAcc1" presStyleIdx="1" presStyleCnt="6" custLinFactY="75481" custLinFactNeighborX="-56102" custLinFactNeighborY="100000">
        <dgm:presLayoutVars>
          <dgm:bulletEnabled val="1"/>
        </dgm:presLayoutVars>
      </dgm:prSet>
      <dgm:spPr/>
    </dgm:pt>
    <dgm:pt modelId="{386172DB-6B45-42EC-8BCD-952986BE6443}" type="pres">
      <dgm:prSet presAssocID="{546E8A82-F324-4CC0-9393-40F8B6275ACC}" presName="childNode2tx" presStyleLbl="bgAcc1" presStyleIdx="1" presStyleCnt="6">
        <dgm:presLayoutVars>
          <dgm:bulletEnabled val="1"/>
        </dgm:presLayoutVars>
      </dgm:prSet>
      <dgm:spPr/>
    </dgm:pt>
    <dgm:pt modelId="{A0502856-08E2-4E16-BD3D-42A298DBB10A}" type="pres">
      <dgm:prSet presAssocID="{546E8A82-F324-4CC0-9393-40F8B6275ACC}" presName="parentNode2" presStyleLbl="node1" presStyleIdx="1" presStyleCnt="6" custLinFactY="100000" custLinFactNeighborX="-81079" custLinFactNeighborY="159442">
        <dgm:presLayoutVars>
          <dgm:chMax val="0"/>
          <dgm:bulletEnabled val="1"/>
        </dgm:presLayoutVars>
      </dgm:prSet>
      <dgm:spPr/>
    </dgm:pt>
    <dgm:pt modelId="{63550589-1D8B-4675-B4CC-D2110610FDC8}" type="pres">
      <dgm:prSet presAssocID="{546E8A82-F324-4CC0-9393-40F8B6275ACC}" presName="connSite2" presStyleCnt="0"/>
      <dgm:spPr/>
    </dgm:pt>
    <dgm:pt modelId="{867D03D1-3987-4E05-8407-3D00739CB1EA}" type="pres">
      <dgm:prSet presAssocID="{A83A1D76-9FA8-4EA8-B3A8-099C94B57E08}" presName="Name18" presStyleLbl="sibTrans2D1" presStyleIdx="1" presStyleCnt="5" custScaleX="55527" custScaleY="115670" custLinFactNeighborX="-17532" custLinFactNeighborY="21730"/>
      <dgm:spPr/>
    </dgm:pt>
    <dgm:pt modelId="{240D6076-C6B5-405A-95AB-656C61407E34}" type="pres">
      <dgm:prSet presAssocID="{32BCB807-342D-4101-ADE2-06E12F7E86B0}" presName="composite1" presStyleCnt="0"/>
      <dgm:spPr/>
    </dgm:pt>
    <dgm:pt modelId="{FA27E4A0-FE09-436A-A688-CCE397EB9668}" type="pres">
      <dgm:prSet presAssocID="{32BCB807-342D-4101-ADE2-06E12F7E86B0}" presName="dummyNode1" presStyleLbl="node1" presStyleIdx="1" presStyleCnt="6"/>
      <dgm:spPr/>
    </dgm:pt>
    <dgm:pt modelId="{EC808D77-D676-4233-9839-C8D002ABBA24}" type="pres">
      <dgm:prSet presAssocID="{32BCB807-342D-4101-ADE2-06E12F7E86B0}" presName="childNode1" presStyleLbl="bgAcc1" presStyleIdx="2" presStyleCnt="6" custLinFactY="-4918" custLinFactNeighborX="-84282" custLinFactNeighborY="-100000">
        <dgm:presLayoutVars>
          <dgm:bulletEnabled val="1"/>
        </dgm:presLayoutVars>
      </dgm:prSet>
      <dgm:spPr/>
    </dgm:pt>
    <dgm:pt modelId="{21B2BCA8-F9AF-459A-B938-93D71BCBA1D6}" type="pres">
      <dgm:prSet presAssocID="{32BCB807-342D-4101-ADE2-06E12F7E86B0}" presName="childNode1tx" presStyleLbl="bgAcc1" presStyleIdx="2" presStyleCnt="6">
        <dgm:presLayoutVars>
          <dgm:bulletEnabled val="1"/>
        </dgm:presLayoutVars>
      </dgm:prSet>
      <dgm:spPr/>
    </dgm:pt>
    <dgm:pt modelId="{065F2331-6E7F-4322-B6A8-484437CE2443}" type="pres">
      <dgm:prSet presAssocID="{32BCB807-342D-4101-ADE2-06E12F7E86B0}" presName="parentNode1" presStyleLbl="node1" presStyleIdx="2" presStyleCnt="6" custLinFactX="-13028" custLinFactY="-100000" custLinFactNeighborX="-100000" custLinFactNeighborY="-147359">
        <dgm:presLayoutVars>
          <dgm:chMax val="1"/>
          <dgm:bulletEnabled val="1"/>
        </dgm:presLayoutVars>
      </dgm:prSet>
      <dgm:spPr/>
    </dgm:pt>
    <dgm:pt modelId="{429B24C8-318A-4A79-8D77-5F67CA8513B6}" type="pres">
      <dgm:prSet presAssocID="{32BCB807-342D-4101-ADE2-06E12F7E86B0}" presName="connSite1" presStyleCnt="0"/>
      <dgm:spPr/>
    </dgm:pt>
    <dgm:pt modelId="{11C87DAC-EE2A-4C6E-8029-5A5D396F6A56}" type="pres">
      <dgm:prSet presAssocID="{2A4950D3-3488-4BC2-A540-3F9F81F293B9}" presName="Name9" presStyleLbl="sibTrans2D1" presStyleIdx="2" presStyleCnt="5" custScaleX="66168" custLinFactNeighborX="-13486" custLinFactNeighborY="-15960"/>
      <dgm:spPr/>
    </dgm:pt>
    <dgm:pt modelId="{68AC17D7-232F-4851-9E17-7FD5EFCAA720}" type="pres">
      <dgm:prSet presAssocID="{1EED518F-9E9A-43AD-8258-B58CAEF5D36F}" presName="composite2" presStyleCnt="0"/>
      <dgm:spPr/>
    </dgm:pt>
    <dgm:pt modelId="{03EF104D-2E77-4345-94F2-6FDFECD97385}" type="pres">
      <dgm:prSet presAssocID="{1EED518F-9E9A-43AD-8258-B58CAEF5D36F}" presName="dummyNode2" presStyleLbl="node1" presStyleIdx="2" presStyleCnt="6"/>
      <dgm:spPr/>
    </dgm:pt>
    <dgm:pt modelId="{66B41345-00D5-4435-8E10-840E6C2FC0C2}" type="pres">
      <dgm:prSet presAssocID="{1EED518F-9E9A-43AD-8258-B58CAEF5D36F}" presName="childNode2" presStyleLbl="bgAcc1" presStyleIdx="3" presStyleCnt="6" custLinFactX="-1226" custLinFactY="18296" custLinFactNeighborX="-100000" custLinFactNeighborY="100000">
        <dgm:presLayoutVars>
          <dgm:bulletEnabled val="1"/>
        </dgm:presLayoutVars>
      </dgm:prSet>
      <dgm:spPr/>
    </dgm:pt>
    <dgm:pt modelId="{C057ECB2-1349-4A90-BDAA-BEC96ED1CFAC}" type="pres">
      <dgm:prSet presAssocID="{1EED518F-9E9A-43AD-8258-B58CAEF5D36F}" presName="childNode2tx" presStyleLbl="bgAcc1" presStyleIdx="3" presStyleCnt="6">
        <dgm:presLayoutVars>
          <dgm:bulletEnabled val="1"/>
        </dgm:presLayoutVars>
      </dgm:prSet>
      <dgm:spPr/>
    </dgm:pt>
    <dgm:pt modelId="{2375D104-D6EB-4354-90DE-F3BCCAA07180}" type="pres">
      <dgm:prSet presAssocID="{1EED518F-9E9A-43AD-8258-B58CAEF5D36F}" presName="parentNode2" presStyleLbl="node1" presStyleIdx="3" presStyleCnt="6" custLinFactX="-34377" custLinFactY="100000" custLinFactNeighborX="-100000" custLinFactNeighborY="155804">
        <dgm:presLayoutVars>
          <dgm:chMax val="0"/>
          <dgm:bulletEnabled val="1"/>
        </dgm:presLayoutVars>
      </dgm:prSet>
      <dgm:spPr/>
    </dgm:pt>
    <dgm:pt modelId="{2804C9C3-ACB5-4FBA-87B8-6B111AF4BE4D}" type="pres">
      <dgm:prSet presAssocID="{1EED518F-9E9A-43AD-8258-B58CAEF5D36F}" presName="connSite2" presStyleCnt="0"/>
      <dgm:spPr/>
    </dgm:pt>
    <dgm:pt modelId="{3C1623D8-6B8C-45A2-86C2-B860524E5FD0}" type="pres">
      <dgm:prSet presAssocID="{C32E6B10-8A04-45DD-8628-ECB23EE7DF87}" presName="Name18" presStyleLbl="sibTrans2D1" presStyleIdx="3" presStyleCnt="5" custScaleX="65234" custLinFactNeighborX="-18094" custLinFactNeighborY="15287"/>
      <dgm:spPr/>
    </dgm:pt>
    <dgm:pt modelId="{F1E20761-1571-4F75-810C-7FCE64CE347D}" type="pres">
      <dgm:prSet presAssocID="{24D03DDC-1278-4A12-BABE-06E624548DDF}" presName="composite1" presStyleCnt="0"/>
      <dgm:spPr/>
    </dgm:pt>
    <dgm:pt modelId="{33AF205C-6C89-4F4F-B0E1-6A5D4D391CB7}" type="pres">
      <dgm:prSet presAssocID="{24D03DDC-1278-4A12-BABE-06E624548DDF}" presName="dummyNode1" presStyleLbl="node1" presStyleIdx="3" presStyleCnt="6"/>
      <dgm:spPr/>
    </dgm:pt>
    <dgm:pt modelId="{109C4C4E-905A-4CB5-932A-A5194B90FCB2}" type="pres">
      <dgm:prSet presAssocID="{24D03DDC-1278-4A12-BABE-06E624548DDF}" presName="childNode1" presStyleLbl="bgAcc1" presStyleIdx="4" presStyleCnt="6" custLinFactX="-6609" custLinFactY="-4918" custLinFactNeighborX="-100000" custLinFactNeighborY="-100000">
        <dgm:presLayoutVars>
          <dgm:bulletEnabled val="1"/>
        </dgm:presLayoutVars>
      </dgm:prSet>
      <dgm:spPr/>
    </dgm:pt>
    <dgm:pt modelId="{4C0B9D11-7D37-446B-8276-488984E426CF}" type="pres">
      <dgm:prSet presAssocID="{24D03DDC-1278-4A12-BABE-06E624548DDF}" presName="childNode1tx" presStyleLbl="bgAcc1" presStyleIdx="4" presStyleCnt="6">
        <dgm:presLayoutVars>
          <dgm:bulletEnabled val="1"/>
        </dgm:presLayoutVars>
      </dgm:prSet>
      <dgm:spPr/>
    </dgm:pt>
    <dgm:pt modelId="{69845850-50FB-46FB-AA97-7CF045F82546}" type="pres">
      <dgm:prSet presAssocID="{24D03DDC-1278-4A12-BABE-06E624548DDF}" presName="parentNode1" presStyleLbl="node1" presStyleIdx="4" presStyleCnt="6" custLinFactX="-35220" custLinFactY="-100000" custLinFactNeighborX="-100000" custLinFactNeighborY="-152722">
        <dgm:presLayoutVars>
          <dgm:chMax val="1"/>
          <dgm:bulletEnabled val="1"/>
        </dgm:presLayoutVars>
      </dgm:prSet>
      <dgm:spPr/>
    </dgm:pt>
    <dgm:pt modelId="{C2C7574E-CEC4-453F-B4F4-C91439F7C4E3}" type="pres">
      <dgm:prSet presAssocID="{24D03DDC-1278-4A12-BABE-06E624548DDF}" presName="connSite1" presStyleCnt="0"/>
      <dgm:spPr/>
    </dgm:pt>
    <dgm:pt modelId="{4BE09CA0-FAED-4D63-A67A-BE7331D38830}" type="pres">
      <dgm:prSet presAssocID="{C78E9CCA-7215-4E27-8ED3-091BAE2DA2C2}" presName="Name9" presStyleLbl="sibTrans2D1" presStyleIdx="4" presStyleCnt="5" custScaleX="64860" custLinFactNeighborX="-15126" custLinFactNeighborY="-17692"/>
      <dgm:spPr/>
    </dgm:pt>
    <dgm:pt modelId="{6E68AB94-5ED3-448C-9380-1286D4C3A635}" type="pres">
      <dgm:prSet presAssocID="{47B08F50-49FA-468C-9DC8-6554B4006D9A}" presName="composite2" presStyleCnt="0"/>
      <dgm:spPr/>
    </dgm:pt>
    <dgm:pt modelId="{5BCDCF66-FE4D-4BD3-99DC-926640FB3685}" type="pres">
      <dgm:prSet presAssocID="{47B08F50-49FA-468C-9DC8-6554B4006D9A}" presName="dummyNode2" presStyleLbl="node1" presStyleIdx="4" presStyleCnt="6"/>
      <dgm:spPr/>
    </dgm:pt>
    <dgm:pt modelId="{C38825DC-C09D-4134-9D21-38E4911C4FED}" type="pres">
      <dgm:prSet presAssocID="{47B08F50-49FA-468C-9DC8-6554B4006D9A}" presName="childNode2" presStyleLbl="bgAcc1" presStyleIdx="5" presStyleCnt="6" custLinFactX="-19447" custLinFactY="18296" custLinFactNeighborX="-100000" custLinFactNeighborY="100000">
        <dgm:presLayoutVars>
          <dgm:bulletEnabled val="1"/>
        </dgm:presLayoutVars>
      </dgm:prSet>
      <dgm:spPr/>
    </dgm:pt>
    <dgm:pt modelId="{DF3E0B8A-1443-4443-B9E6-1C1D880257B1}" type="pres">
      <dgm:prSet presAssocID="{47B08F50-49FA-468C-9DC8-6554B4006D9A}" presName="childNode2tx" presStyleLbl="bgAcc1" presStyleIdx="5" presStyleCnt="6">
        <dgm:presLayoutVars>
          <dgm:bulletEnabled val="1"/>
        </dgm:presLayoutVars>
      </dgm:prSet>
      <dgm:spPr/>
    </dgm:pt>
    <dgm:pt modelId="{D34E3073-8696-40BD-96C9-FF1BCF683BCD}" type="pres">
      <dgm:prSet presAssocID="{47B08F50-49FA-468C-9DC8-6554B4006D9A}" presName="parentNode2" presStyleLbl="node1" presStyleIdx="5" presStyleCnt="6" custLinFactX="-53843" custLinFactY="100000" custLinFactNeighborX="-100000" custLinFactNeighborY="157383">
        <dgm:presLayoutVars>
          <dgm:chMax val="0"/>
          <dgm:bulletEnabled val="1"/>
        </dgm:presLayoutVars>
      </dgm:prSet>
      <dgm:spPr/>
    </dgm:pt>
    <dgm:pt modelId="{337ECA39-CDDF-4EE5-9958-25E59FAD9F14}" type="pres">
      <dgm:prSet presAssocID="{47B08F50-49FA-468C-9DC8-6554B4006D9A}" presName="connSite2" presStyleCnt="0"/>
      <dgm:spPr/>
    </dgm:pt>
  </dgm:ptLst>
  <dgm:cxnLst>
    <dgm:cxn modelId="{E04CC601-21F9-4CD4-A3D8-17347C574CCD}" type="presOf" srcId="{D9CCEC8A-12BD-468F-BE43-525CE14D9ABA}" destId="{109C4C4E-905A-4CB5-932A-A5194B90FCB2}" srcOrd="0" destOrd="0" presId="urn:microsoft.com/office/officeart/2005/8/layout/hProcess4"/>
    <dgm:cxn modelId="{6F897507-DC34-438F-939A-62875912383D}" srcId="{A6347734-D31D-4326-B367-BFAAF46C90AF}" destId="{32BCB807-342D-4101-ADE2-06E12F7E86B0}" srcOrd="2" destOrd="0" parTransId="{8F4C4436-D655-4C0D-9270-26A42664EC53}" sibTransId="{2A4950D3-3488-4BC2-A540-3F9F81F293B9}"/>
    <dgm:cxn modelId="{9932B40B-A390-4868-B953-6C6469C42FBB}" srcId="{A6347734-D31D-4326-B367-BFAAF46C90AF}" destId="{546E8A82-F324-4CC0-9393-40F8B6275ACC}" srcOrd="1" destOrd="0" parTransId="{CD9DF92C-CFE8-41D8-AA5B-5A7A0BB36848}" sibTransId="{A83A1D76-9FA8-4EA8-B3A8-099C94B57E08}"/>
    <dgm:cxn modelId="{28E6A40C-5A1D-4B9C-AAE8-E64A35E5B0B2}" type="presOf" srcId="{93B73DF9-36EC-4AFD-A0B9-90E24AAB5346}" destId="{EC808D77-D676-4233-9839-C8D002ABBA24}" srcOrd="0" destOrd="0" presId="urn:microsoft.com/office/officeart/2005/8/layout/hProcess4"/>
    <dgm:cxn modelId="{3AA10810-5CD2-4423-9F4E-E7000091EB46}" type="presOf" srcId="{64AAA7E8-B260-4AEF-A3D5-95FFFDB03889}" destId="{DF3E0B8A-1443-4443-B9E6-1C1D880257B1}" srcOrd="1" destOrd="0" presId="urn:microsoft.com/office/officeart/2005/8/layout/hProcess4"/>
    <dgm:cxn modelId="{61BF3811-5AEB-476D-A90F-5EE3D90DABC2}" type="presOf" srcId="{D9CCEC8A-12BD-468F-BE43-525CE14D9ABA}" destId="{4C0B9D11-7D37-446B-8276-488984E426CF}" srcOrd="1" destOrd="0" presId="urn:microsoft.com/office/officeart/2005/8/layout/hProcess4"/>
    <dgm:cxn modelId="{C0BD042C-C360-411A-A922-FA9D09F14448}" type="presOf" srcId="{93B73DF9-36EC-4AFD-A0B9-90E24AAB5346}" destId="{21B2BCA8-F9AF-459A-B938-93D71BCBA1D6}" srcOrd="1" destOrd="0" presId="urn:microsoft.com/office/officeart/2005/8/layout/hProcess4"/>
    <dgm:cxn modelId="{6DAB333E-55EC-4E14-B4D0-34F79304CE28}" type="presOf" srcId="{8C9C9F3B-E83F-42C9-B1FB-4467D3202E73}" destId="{1D9E41B7-4BFE-42C1-9A1F-00616E810785}" srcOrd="1" destOrd="0" presId="urn:microsoft.com/office/officeart/2005/8/layout/hProcess4"/>
    <dgm:cxn modelId="{A1194B41-9A88-4098-9F30-82718D0621DE}" srcId="{24D03DDC-1278-4A12-BABE-06E624548DDF}" destId="{D9CCEC8A-12BD-468F-BE43-525CE14D9ABA}" srcOrd="0" destOrd="0" parTransId="{9FD6247A-3408-4BBB-ABFF-488E4F3F9ED0}" sibTransId="{B6DE5A87-4D36-4EB5-933A-4793CA235A2B}"/>
    <dgm:cxn modelId="{7217E063-2228-4E51-BFA2-F5D9CD6832AA}" type="presOf" srcId="{546E8A82-F324-4CC0-9393-40F8B6275ACC}" destId="{A0502856-08E2-4E16-BD3D-42A298DBB10A}" srcOrd="0" destOrd="0" presId="urn:microsoft.com/office/officeart/2005/8/layout/hProcess4"/>
    <dgm:cxn modelId="{7EF79E67-EFAC-4603-A961-B02D69F26E32}" type="presOf" srcId="{EAE2540B-B44A-4175-B6B7-C4B585FB968C}" destId="{C057ECB2-1349-4A90-BDAA-BEC96ED1CFAC}" srcOrd="1" destOrd="0" presId="urn:microsoft.com/office/officeart/2005/8/layout/hProcess4"/>
    <dgm:cxn modelId="{BA146F6E-227D-4759-83FE-B71B78BF151E}" type="presOf" srcId="{D9DDE413-E252-4886-B4D7-DAC9E0008E42}" destId="{8B5C2169-DF37-4931-8AA8-0E4F9B0B7BBA}" srcOrd="0" destOrd="0" presId="urn:microsoft.com/office/officeart/2005/8/layout/hProcess4"/>
    <dgm:cxn modelId="{ED147871-9E9E-4808-BFAC-BD30BA63EB8D}" type="presOf" srcId="{57CA5657-5ED8-49AE-981D-04432FA38C24}" destId="{A28C1E0B-D5B9-4076-AEE9-73CC07D65D46}" srcOrd="0" destOrd="0" presId="urn:microsoft.com/office/officeart/2005/8/layout/hProcess4"/>
    <dgm:cxn modelId="{82F25275-8372-4616-B269-49AD29B4056F}" srcId="{546E8A82-F324-4CC0-9393-40F8B6275ACC}" destId="{57CA5657-5ED8-49AE-981D-04432FA38C24}" srcOrd="0" destOrd="0" parTransId="{63808ED3-F12B-46A6-8007-76B0A771D3B6}" sibTransId="{2D224223-DF4B-4385-AE8E-024B915E5CFD}"/>
    <dgm:cxn modelId="{34CF8859-8C4A-4B85-8116-3F83F43FE79C}" type="presOf" srcId="{32BCB807-342D-4101-ADE2-06E12F7E86B0}" destId="{065F2331-6E7F-4322-B6A8-484437CE2443}" srcOrd="0" destOrd="0" presId="urn:microsoft.com/office/officeart/2005/8/layout/hProcess4"/>
    <dgm:cxn modelId="{AA16FB7A-72DF-4441-812A-FD8A992672B2}" srcId="{A6347734-D31D-4326-B367-BFAAF46C90AF}" destId="{D9DDE413-E252-4886-B4D7-DAC9E0008E42}" srcOrd="0" destOrd="0" parTransId="{2E85AFE1-FEE1-43DC-A876-603E2F6A01E0}" sibTransId="{7BA7D3F4-8A81-43B3-88EE-4CB7616D5B6A}"/>
    <dgm:cxn modelId="{177A6B7F-7605-47C0-A825-8AA5474D4A5E}" type="presOf" srcId="{C32E6B10-8A04-45DD-8628-ECB23EE7DF87}" destId="{3C1623D8-6B8C-45A2-86C2-B860524E5FD0}" srcOrd="0" destOrd="0" presId="urn:microsoft.com/office/officeart/2005/8/layout/hProcess4"/>
    <dgm:cxn modelId="{DD145A89-E9F6-40B8-B3D4-B2927DBD8B90}" type="presOf" srcId="{47B08F50-49FA-468C-9DC8-6554B4006D9A}" destId="{D34E3073-8696-40BD-96C9-FF1BCF683BCD}" srcOrd="0" destOrd="0" presId="urn:microsoft.com/office/officeart/2005/8/layout/hProcess4"/>
    <dgm:cxn modelId="{3AA26B8A-6440-4474-8B9F-826774D0CFB7}" type="presOf" srcId="{64AAA7E8-B260-4AEF-A3D5-95FFFDB03889}" destId="{C38825DC-C09D-4134-9D21-38E4911C4FED}" srcOrd="0" destOrd="0" presId="urn:microsoft.com/office/officeart/2005/8/layout/hProcess4"/>
    <dgm:cxn modelId="{5F08FD8C-B2A7-43CE-AD1D-2D689B32CF00}" srcId="{1EED518F-9E9A-43AD-8258-B58CAEF5D36F}" destId="{EAE2540B-B44A-4175-B6B7-C4B585FB968C}" srcOrd="0" destOrd="0" parTransId="{E77E6ABF-109A-40D6-BE60-3D1213A08A18}" sibTransId="{6C2D1C10-7E52-4056-B6A2-CB4735BF90F5}"/>
    <dgm:cxn modelId="{20C70B91-DDAA-4892-A150-72DBB57AFFDA}" srcId="{A6347734-D31D-4326-B367-BFAAF46C90AF}" destId="{1EED518F-9E9A-43AD-8258-B58CAEF5D36F}" srcOrd="3" destOrd="0" parTransId="{387638DA-B5F4-425E-BDC4-402F6941C906}" sibTransId="{C32E6B10-8A04-45DD-8628-ECB23EE7DF87}"/>
    <dgm:cxn modelId="{46422092-65C4-4ABB-B781-0BC743CCE739}" type="presOf" srcId="{24D03DDC-1278-4A12-BABE-06E624548DDF}" destId="{69845850-50FB-46FB-AA97-7CF045F82546}" srcOrd="0" destOrd="0" presId="urn:microsoft.com/office/officeart/2005/8/layout/hProcess4"/>
    <dgm:cxn modelId="{F7D3F095-295D-49B9-8EBC-963BAD56BBFE}" type="presOf" srcId="{7BA7D3F4-8A81-43B3-88EE-4CB7616D5B6A}" destId="{A8629F5A-6523-4AC2-9442-A426C5BD4469}" srcOrd="0" destOrd="0" presId="urn:microsoft.com/office/officeart/2005/8/layout/hProcess4"/>
    <dgm:cxn modelId="{05B5ED97-0923-46F0-8FFE-65FB32DCC050}" srcId="{A6347734-D31D-4326-B367-BFAAF46C90AF}" destId="{24D03DDC-1278-4A12-BABE-06E624548DDF}" srcOrd="4" destOrd="0" parTransId="{B812AF17-9109-4635-9FB6-D01DFB06E491}" sibTransId="{C78E9CCA-7215-4E27-8ED3-091BAE2DA2C2}"/>
    <dgm:cxn modelId="{D0C9FD99-D596-46AA-8214-6DF99E2406BA}" type="presOf" srcId="{57CA5657-5ED8-49AE-981D-04432FA38C24}" destId="{386172DB-6B45-42EC-8BCD-952986BE6443}" srcOrd="1" destOrd="0" presId="urn:microsoft.com/office/officeart/2005/8/layout/hProcess4"/>
    <dgm:cxn modelId="{3E963E9B-191C-4EFD-9E69-40BE5FDD5563}" type="presOf" srcId="{2A4950D3-3488-4BC2-A540-3F9F81F293B9}" destId="{11C87DAC-EE2A-4C6E-8029-5A5D396F6A56}" srcOrd="0" destOrd="0" presId="urn:microsoft.com/office/officeart/2005/8/layout/hProcess4"/>
    <dgm:cxn modelId="{05B78CC5-48A4-4000-A926-A7E1B32F577B}" type="presOf" srcId="{EAE2540B-B44A-4175-B6B7-C4B585FB968C}" destId="{66B41345-00D5-4435-8E10-840E6C2FC0C2}" srcOrd="0" destOrd="0" presId="urn:microsoft.com/office/officeart/2005/8/layout/hProcess4"/>
    <dgm:cxn modelId="{524C36CE-0614-41D6-9757-A246196B1470}" type="presOf" srcId="{C78E9CCA-7215-4E27-8ED3-091BAE2DA2C2}" destId="{4BE09CA0-FAED-4D63-A67A-BE7331D38830}" srcOrd="0" destOrd="0" presId="urn:microsoft.com/office/officeart/2005/8/layout/hProcess4"/>
    <dgm:cxn modelId="{7D8941CE-A030-4DE5-BB96-F85E0FBAAFF6}" type="presOf" srcId="{1EED518F-9E9A-43AD-8258-B58CAEF5D36F}" destId="{2375D104-D6EB-4354-90DE-F3BCCAA07180}" srcOrd="0" destOrd="0" presId="urn:microsoft.com/office/officeart/2005/8/layout/hProcess4"/>
    <dgm:cxn modelId="{04F74BCF-2550-433A-9FAD-13B78A7AD0A6}" srcId="{D9DDE413-E252-4886-B4D7-DAC9E0008E42}" destId="{8C9C9F3B-E83F-42C9-B1FB-4467D3202E73}" srcOrd="0" destOrd="0" parTransId="{2D01A817-4E3B-4748-8EA8-2D789B5A95E8}" sibTransId="{107DF1DC-E25D-4673-B7CA-86EE9F8D11C2}"/>
    <dgm:cxn modelId="{978C87D9-D94D-4D3B-8000-6DEB2FB00570}" type="presOf" srcId="{8C9C9F3B-E83F-42C9-B1FB-4467D3202E73}" destId="{1143139B-1A26-41BA-95E2-77A62D727E21}" srcOrd="0" destOrd="0" presId="urn:microsoft.com/office/officeart/2005/8/layout/hProcess4"/>
    <dgm:cxn modelId="{E40CECE0-067F-4761-8EE5-882E8F2F7F7E}" srcId="{32BCB807-342D-4101-ADE2-06E12F7E86B0}" destId="{93B73DF9-36EC-4AFD-A0B9-90E24AAB5346}" srcOrd="0" destOrd="0" parTransId="{215197F2-995F-4357-B199-100F028BF14A}" sibTransId="{8ADBC17D-E224-4EFF-96C9-68D4B687550F}"/>
    <dgm:cxn modelId="{8CE2AEE8-D5A9-45AA-97DA-B4EAD26B2085}" srcId="{A6347734-D31D-4326-B367-BFAAF46C90AF}" destId="{47B08F50-49FA-468C-9DC8-6554B4006D9A}" srcOrd="5" destOrd="0" parTransId="{F9BC130D-84F5-40D3-986E-3DF1FA871853}" sibTransId="{155F89EC-ED81-4725-BB96-141B0E87AEE3}"/>
    <dgm:cxn modelId="{9A750FF6-F521-4A6E-AF43-C50711A989CF}" type="presOf" srcId="{A83A1D76-9FA8-4EA8-B3A8-099C94B57E08}" destId="{867D03D1-3987-4E05-8407-3D00739CB1EA}" srcOrd="0" destOrd="0" presId="urn:microsoft.com/office/officeart/2005/8/layout/hProcess4"/>
    <dgm:cxn modelId="{14BD5CF9-46B0-4C51-8BD5-A6B3572B65FC}" srcId="{47B08F50-49FA-468C-9DC8-6554B4006D9A}" destId="{64AAA7E8-B260-4AEF-A3D5-95FFFDB03889}" srcOrd="0" destOrd="0" parTransId="{88CA4E66-9132-4A13-9B92-50816FE11695}" sibTransId="{D8D57586-92DA-4C7C-A53F-6E392E034090}"/>
    <dgm:cxn modelId="{1CF3D8FA-896D-4A95-899A-8379381CC36D}" type="presOf" srcId="{A6347734-D31D-4326-B367-BFAAF46C90AF}" destId="{82364D79-FBC5-40C0-A32D-9FE99AC2A31B}" srcOrd="0" destOrd="0" presId="urn:microsoft.com/office/officeart/2005/8/layout/hProcess4"/>
    <dgm:cxn modelId="{BB5B5758-97FF-48D1-9D7C-14558B33BFC4}" type="presParOf" srcId="{82364D79-FBC5-40C0-A32D-9FE99AC2A31B}" destId="{6999E4D3-69BB-410E-BD38-F0E92938CA76}" srcOrd="0" destOrd="0" presId="urn:microsoft.com/office/officeart/2005/8/layout/hProcess4"/>
    <dgm:cxn modelId="{64E89C2F-A0EA-479B-A004-219F8847553A}" type="presParOf" srcId="{82364D79-FBC5-40C0-A32D-9FE99AC2A31B}" destId="{37F3CC36-E5EB-4C7F-B9C4-BE46A01274B7}" srcOrd="1" destOrd="0" presId="urn:microsoft.com/office/officeart/2005/8/layout/hProcess4"/>
    <dgm:cxn modelId="{D1FA83FA-2A97-4017-B8D7-4E3F5C0CB383}" type="presParOf" srcId="{82364D79-FBC5-40C0-A32D-9FE99AC2A31B}" destId="{125E3FDE-3F97-44FE-9A2A-60283200D5A8}" srcOrd="2" destOrd="0" presId="urn:microsoft.com/office/officeart/2005/8/layout/hProcess4"/>
    <dgm:cxn modelId="{42ACDCCD-3226-4FDC-9847-6FE061964F1B}" type="presParOf" srcId="{125E3FDE-3F97-44FE-9A2A-60283200D5A8}" destId="{4C3B2D39-F489-4075-85F3-340DDD4D264C}" srcOrd="0" destOrd="0" presId="urn:microsoft.com/office/officeart/2005/8/layout/hProcess4"/>
    <dgm:cxn modelId="{6A19E4C0-16D7-4D69-B835-9BD2EDEF28F0}" type="presParOf" srcId="{4C3B2D39-F489-4075-85F3-340DDD4D264C}" destId="{49D74185-3919-4459-92E6-F50C2C021BDE}" srcOrd="0" destOrd="0" presId="urn:microsoft.com/office/officeart/2005/8/layout/hProcess4"/>
    <dgm:cxn modelId="{F67B09F0-36F7-4F97-BE58-04966974AAB5}" type="presParOf" srcId="{4C3B2D39-F489-4075-85F3-340DDD4D264C}" destId="{1143139B-1A26-41BA-95E2-77A62D727E21}" srcOrd="1" destOrd="0" presId="urn:microsoft.com/office/officeart/2005/8/layout/hProcess4"/>
    <dgm:cxn modelId="{B03DFDE5-4948-4528-82CB-11D8B9EEDC36}" type="presParOf" srcId="{4C3B2D39-F489-4075-85F3-340DDD4D264C}" destId="{1D9E41B7-4BFE-42C1-9A1F-00616E810785}" srcOrd="2" destOrd="0" presId="urn:microsoft.com/office/officeart/2005/8/layout/hProcess4"/>
    <dgm:cxn modelId="{5105C8D8-2DB5-4C27-93D0-8E5C12AC933D}" type="presParOf" srcId="{4C3B2D39-F489-4075-85F3-340DDD4D264C}" destId="{8B5C2169-DF37-4931-8AA8-0E4F9B0B7BBA}" srcOrd="3" destOrd="0" presId="urn:microsoft.com/office/officeart/2005/8/layout/hProcess4"/>
    <dgm:cxn modelId="{4585A7C5-D15A-4D46-B92E-F1CF36C66191}" type="presParOf" srcId="{4C3B2D39-F489-4075-85F3-340DDD4D264C}" destId="{637B9B9E-5DC6-4C8C-9E10-C5A833271D6A}" srcOrd="4" destOrd="0" presId="urn:microsoft.com/office/officeart/2005/8/layout/hProcess4"/>
    <dgm:cxn modelId="{FA5CB844-184F-49C0-AEBB-AC258AD6A793}" type="presParOf" srcId="{125E3FDE-3F97-44FE-9A2A-60283200D5A8}" destId="{A8629F5A-6523-4AC2-9442-A426C5BD4469}" srcOrd="1" destOrd="0" presId="urn:microsoft.com/office/officeart/2005/8/layout/hProcess4"/>
    <dgm:cxn modelId="{67D84B27-5083-41E4-873A-BD88961D521B}" type="presParOf" srcId="{125E3FDE-3F97-44FE-9A2A-60283200D5A8}" destId="{1A231491-1B91-4CCB-9A41-5EF55FDAD7C6}" srcOrd="2" destOrd="0" presId="urn:microsoft.com/office/officeart/2005/8/layout/hProcess4"/>
    <dgm:cxn modelId="{A0FE4A6C-7B51-451C-B161-BCDEF0BE93E5}" type="presParOf" srcId="{1A231491-1B91-4CCB-9A41-5EF55FDAD7C6}" destId="{B77ECF01-DE45-4F8A-BAC5-DB5675545248}" srcOrd="0" destOrd="0" presId="urn:microsoft.com/office/officeart/2005/8/layout/hProcess4"/>
    <dgm:cxn modelId="{1BBB8B92-868A-4988-9326-6D3B2B1D809A}" type="presParOf" srcId="{1A231491-1B91-4CCB-9A41-5EF55FDAD7C6}" destId="{A28C1E0B-D5B9-4076-AEE9-73CC07D65D46}" srcOrd="1" destOrd="0" presId="urn:microsoft.com/office/officeart/2005/8/layout/hProcess4"/>
    <dgm:cxn modelId="{00D64BDD-7C8F-4F18-BEAE-8D9A3C076316}" type="presParOf" srcId="{1A231491-1B91-4CCB-9A41-5EF55FDAD7C6}" destId="{386172DB-6B45-42EC-8BCD-952986BE6443}" srcOrd="2" destOrd="0" presId="urn:microsoft.com/office/officeart/2005/8/layout/hProcess4"/>
    <dgm:cxn modelId="{833CEC60-9FB3-473B-B469-A687C9099375}" type="presParOf" srcId="{1A231491-1B91-4CCB-9A41-5EF55FDAD7C6}" destId="{A0502856-08E2-4E16-BD3D-42A298DBB10A}" srcOrd="3" destOrd="0" presId="urn:microsoft.com/office/officeart/2005/8/layout/hProcess4"/>
    <dgm:cxn modelId="{4471B63A-F4AA-4B23-956F-2E271C74632C}" type="presParOf" srcId="{1A231491-1B91-4CCB-9A41-5EF55FDAD7C6}" destId="{63550589-1D8B-4675-B4CC-D2110610FDC8}" srcOrd="4" destOrd="0" presId="urn:microsoft.com/office/officeart/2005/8/layout/hProcess4"/>
    <dgm:cxn modelId="{D82B6175-D65D-4F9B-BA5B-ACA3BD19E36A}" type="presParOf" srcId="{125E3FDE-3F97-44FE-9A2A-60283200D5A8}" destId="{867D03D1-3987-4E05-8407-3D00739CB1EA}" srcOrd="3" destOrd="0" presId="urn:microsoft.com/office/officeart/2005/8/layout/hProcess4"/>
    <dgm:cxn modelId="{6917FD96-1C27-4BCF-A363-7F562DE7A97F}" type="presParOf" srcId="{125E3FDE-3F97-44FE-9A2A-60283200D5A8}" destId="{240D6076-C6B5-405A-95AB-656C61407E34}" srcOrd="4" destOrd="0" presId="urn:microsoft.com/office/officeart/2005/8/layout/hProcess4"/>
    <dgm:cxn modelId="{91A969E3-0734-49AE-914F-42C740B0B872}" type="presParOf" srcId="{240D6076-C6B5-405A-95AB-656C61407E34}" destId="{FA27E4A0-FE09-436A-A688-CCE397EB9668}" srcOrd="0" destOrd="0" presId="urn:microsoft.com/office/officeart/2005/8/layout/hProcess4"/>
    <dgm:cxn modelId="{C1B53130-2CD8-4215-8D37-8BA61B9BE506}" type="presParOf" srcId="{240D6076-C6B5-405A-95AB-656C61407E34}" destId="{EC808D77-D676-4233-9839-C8D002ABBA24}" srcOrd="1" destOrd="0" presId="urn:microsoft.com/office/officeart/2005/8/layout/hProcess4"/>
    <dgm:cxn modelId="{E21495FD-26F6-4BC4-A711-D5167161E9A4}" type="presParOf" srcId="{240D6076-C6B5-405A-95AB-656C61407E34}" destId="{21B2BCA8-F9AF-459A-B938-93D71BCBA1D6}" srcOrd="2" destOrd="0" presId="urn:microsoft.com/office/officeart/2005/8/layout/hProcess4"/>
    <dgm:cxn modelId="{3F6E74E9-074F-44C3-913F-5168CF410DDD}" type="presParOf" srcId="{240D6076-C6B5-405A-95AB-656C61407E34}" destId="{065F2331-6E7F-4322-B6A8-484437CE2443}" srcOrd="3" destOrd="0" presId="urn:microsoft.com/office/officeart/2005/8/layout/hProcess4"/>
    <dgm:cxn modelId="{95DF60C6-F22E-4E5A-8010-699427480BB4}" type="presParOf" srcId="{240D6076-C6B5-405A-95AB-656C61407E34}" destId="{429B24C8-318A-4A79-8D77-5F67CA8513B6}" srcOrd="4" destOrd="0" presId="urn:microsoft.com/office/officeart/2005/8/layout/hProcess4"/>
    <dgm:cxn modelId="{A2034CE3-986F-45B0-93FF-BF91D5F97D97}" type="presParOf" srcId="{125E3FDE-3F97-44FE-9A2A-60283200D5A8}" destId="{11C87DAC-EE2A-4C6E-8029-5A5D396F6A56}" srcOrd="5" destOrd="0" presId="urn:microsoft.com/office/officeart/2005/8/layout/hProcess4"/>
    <dgm:cxn modelId="{46169135-B016-4C75-BBD2-30556F43CDD6}" type="presParOf" srcId="{125E3FDE-3F97-44FE-9A2A-60283200D5A8}" destId="{68AC17D7-232F-4851-9E17-7FD5EFCAA720}" srcOrd="6" destOrd="0" presId="urn:microsoft.com/office/officeart/2005/8/layout/hProcess4"/>
    <dgm:cxn modelId="{806E8D7A-ADA1-41D0-AE0A-F8918468A3F5}" type="presParOf" srcId="{68AC17D7-232F-4851-9E17-7FD5EFCAA720}" destId="{03EF104D-2E77-4345-94F2-6FDFECD97385}" srcOrd="0" destOrd="0" presId="urn:microsoft.com/office/officeart/2005/8/layout/hProcess4"/>
    <dgm:cxn modelId="{880E6194-44C2-4913-8E82-72BFB8851CED}" type="presParOf" srcId="{68AC17D7-232F-4851-9E17-7FD5EFCAA720}" destId="{66B41345-00D5-4435-8E10-840E6C2FC0C2}" srcOrd="1" destOrd="0" presId="urn:microsoft.com/office/officeart/2005/8/layout/hProcess4"/>
    <dgm:cxn modelId="{24E580D8-1789-4480-9C3C-DF2D4B0A71AD}" type="presParOf" srcId="{68AC17D7-232F-4851-9E17-7FD5EFCAA720}" destId="{C057ECB2-1349-4A90-BDAA-BEC96ED1CFAC}" srcOrd="2" destOrd="0" presId="urn:microsoft.com/office/officeart/2005/8/layout/hProcess4"/>
    <dgm:cxn modelId="{F52CCEFD-EECB-450C-92F0-B731652A7A91}" type="presParOf" srcId="{68AC17D7-232F-4851-9E17-7FD5EFCAA720}" destId="{2375D104-D6EB-4354-90DE-F3BCCAA07180}" srcOrd="3" destOrd="0" presId="urn:microsoft.com/office/officeart/2005/8/layout/hProcess4"/>
    <dgm:cxn modelId="{1955B99D-5FA7-4E51-A7DC-327F8FFAE7E2}" type="presParOf" srcId="{68AC17D7-232F-4851-9E17-7FD5EFCAA720}" destId="{2804C9C3-ACB5-4FBA-87B8-6B111AF4BE4D}" srcOrd="4" destOrd="0" presId="urn:microsoft.com/office/officeart/2005/8/layout/hProcess4"/>
    <dgm:cxn modelId="{FA985A0E-B96A-45E1-9E07-4210352186E9}" type="presParOf" srcId="{125E3FDE-3F97-44FE-9A2A-60283200D5A8}" destId="{3C1623D8-6B8C-45A2-86C2-B860524E5FD0}" srcOrd="7" destOrd="0" presId="urn:microsoft.com/office/officeart/2005/8/layout/hProcess4"/>
    <dgm:cxn modelId="{09B56DC6-3CAB-4F48-AC20-9EC38DE48DE2}" type="presParOf" srcId="{125E3FDE-3F97-44FE-9A2A-60283200D5A8}" destId="{F1E20761-1571-4F75-810C-7FCE64CE347D}" srcOrd="8" destOrd="0" presId="urn:microsoft.com/office/officeart/2005/8/layout/hProcess4"/>
    <dgm:cxn modelId="{EA990989-ADC8-4B5D-8D0F-90EC0238853F}" type="presParOf" srcId="{F1E20761-1571-4F75-810C-7FCE64CE347D}" destId="{33AF205C-6C89-4F4F-B0E1-6A5D4D391CB7}" srcOrd="0" destOrd="0" presId="urn:microsoft.com/office/officeart/2005/8/layout/hProcess4"/>
    <dgm:cxn modelId="{E0250FC3-91FD-49AF-B87E-B5B205C809BE}" type="presParOf" srcId="{F1E20761-1571-4F75-810C-7FCE64CE347D}" destId="{109C4C4E-905A-4CB5-932A-A5194B90FCB2}" srcOrd="1" destOrd="0" presId="urn:microsoft.com/office/officeart/2005/8/layout/hProcess4"/>
    <dgm:cxn modelId="{AE046CAC-6DB7-4C97-925A-8AE4E5D4F293}" type="presParOf" srcId="{F1E20761-1571-4F75-810C-7FCE64CE347D}" destId="{4C0B9D11-7D37-446B-8276-488984E426CF}" srcOrd="2" destOrd="0" presId="urn:microsoft.com/office/officeart/2005/8/layout/hProcess4"/>
    <dgm:cxn modelId="{36AA59A3-BB91-45A0-8822-12D94C1C86E9}" type="presParOf" srcId="{F1E20761-1571-4F75-810C-7FCE64CE347D}" destId="{69845850-50FB-46FB-AA97-7CF045F82546}" srcOrd="3" destOrd="0" presId="urn:microsoft.com/office/officeart/2005/8/layout/hProcess4"/>
    <dgm:cxn modelId="{8392E80D-1884-405C-88F6-E952AFC348E5}" type="presParOf" srcId="{F1E20761-1571-4F75-810C-7FCE64CE347D}" destId="{C2C7574E-CEC4-453F-B4F4-C91439F7C4E3}" srcOrd="4" destOrd="0" presId="urn:microsoft.com/office/officeart/2005/8/layout/hProcess4"/>
    <dgm:cxn modelId="{66E5526A-D6EF-4C50-AAC2-6466879F2B2B}" type="presParOf" srcId="{125E3FDE-3F97-44FE-9A2A-60283200D5A8}" destId="{4BE09CA0-FAED-4D63-A67A-BE7331D38830}" srcOrd="9" destOrd="0" presId="urn:microsoft.com/office/officeart/2005/8/layout/hProcess4"/>
    <dgm:cxn modelId="{E45F333A-893C-4C4C-BB2F-7907EBE9ADAA}" type="presParOf" srcId="{125E3FDE-3F97-44FE-9A2A-60283200D5A8}" destId="{6E68AB94-5ED3-448C-9380-1286D4C3A635}" srcOrd="10" destOrd="0" presId="urn:microsoft.com/office/officeart/2005/8/layout/hProcess4"/>
    <dgm:cxn modelId="{DCDA4F8E-E2AE-4D7B-90C3-9A2BB3FB91A7}" type="presParOf" srcId="{6E68AB94-5ED3-448C-9380-1286D4C3A635}" destId="{5BCDCF66-FE4D-4BD3-99DC-926640FB3685}" srcOrd="0" destOrd="0" presId="urn:microsoft.com/office/officeart/2005/8/layout/hProcess4"/>
    <dgm:cxn modelId="{B4785BE3-62DD-4F85-AABA-8BECE3CBFDB0}" type="presParOf" srcId="{6E68AB94-5ED3-448C-9380-1286D4C3A635}" destId="{C38825DC-C09D-4134-9D21-38E4911C4FED}" srcOrd="1" destOrd="0" presId="urn:microsoft.com/office/officeart/2005/8/layout/hProcess4"/>
    <dgm:cxn modelId="{F6CC4EB6-5B7C-48EA-A4B5-01FA380A4CF9}" type="presParOf" srcId="{6E68AB94-5ED3-448C-9380-1286D4C3A635}" destId="{DF3E0B8A-1443-4443-B9E6-1C1D880257B1}" srcOrd="2" destOrd="0" presId="urn:microsoft.com/office/officeart/2005/8/layout/hProcess4"/>
    <dgm:cxn modelId="{F880DD7A-DA26-4EB3-8ED5-C414528FA84C}" type="presParOf" srcId="{6E68AB94-5ED3-448C-9380-1286D4C3A635}" destId="{D34E3073-8696-40BD-96C9-FF1BCF683BCD}" srcOrd="3" destOrd="0" presId="urn:microsoft.com/office/officeart/2005/8/layout/hProcess4"/>
    <dgm:cxn modelId="{F144EAB5-FDE8-4DE4-9520-463AA9402445}" type="presParOf" srcId="{6E68AB94-5ED3-448C-9380-1286D4C3A635}" destId="{337ECA39-CDDF-4EE5-9958-25E59FAD9F1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3139B-1A26-41BA-95E2-77A62D727E21}">
      <dsp:nvSpPr>
        <dsp:cNvPr id="0" name=""/>
        <dsp:cNvSpPr/>
      </dsp:nvSpPr>
      <dsp:spPr>
        <a:xfrm>
          <a:off x="31944" y="142672"/>
          <a:ext cx="1092157" cy="9008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Define problem, gather requirements, choose sensors and communication methods.</a:t>
          </a:r>
          <a:endParaRPr lang="ro-RO" sz="800" kern="1200" dirty="0"/>
        </a:p>
      </dsp:txBody>
      <dsp:txXfrm>
        <a:off x="52674" y="163402"/>
        <a:ext cx="1050697" cy="666312"/>
      </dsp:txXfrm>
    </dsp:sp>
    <dsp:sp modelId="{A8629F5A-6523-4AC2-9442-A426C5BD4469}">
      <dsp:nvSpPr>
        <dsp:cNvPr id="0" name=""/>
        <dsp:cNvSpPr/>
      </dsp:nvSpPr>
      <dsp:spPr>
        <a:xfrm>
          <a:off x="241176" y="349390"/>
          <a:ext cx="1646325" cy="2585756"/>
        </a:xfrm>
        <a:prstGeom prst="leftCircularArrow">
          <a:avLst>
            <a:gd name="adj1" fmla="val 2029"/>
            <a:gd name="adj2" fmla="val 243286"/>
            <a:gd name="adj3" fmla="val 6467076"/>
            <a:gd name="adj4" fmla="val 13472769"/>
            <a:gd name="adj5" fmla="val 236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5C2169-DF37-4931-8AA8-0E4F9B0B7BBA}">
      <dsp:nvSpPr>
        <dsp:cNvPr id="0" name=""/>
        <dsp:cNvSpPr/>
      </dsp:nvSpPr>
      <dsp:spPr>
        <a:xfrm>
          <a:off x="93524" y="881922"/>
          <a:ext cx="970806" cy="3860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1️⃣ Research &amp; Planning </a:t>
          </a:r>
          <a:endParaRPr lang="ro-RO" sz="1000" kern="1200" dirty="0"/>
        </a:p>
      </dsp:txBody>
      <dsp:txXfrm>
        <a:off x="104831" y="893229"/>
        <a:ext cx="948192" cy="363443"/>
      </dsp:txXfrm>
    </dsp:sp>
    <dsp:sp modelId="{A28C1E0B-D5B9-4076-AEE9-73CC07D65D46}">
      <dsp:nvSpPr>
        <dsp:cNvPr id="0" name=""/>
        <dsp:cNvSpPr/>
      </dsp:nvSpPr>
      <dsp:spPr>
        <a:xfrm>
          <a:off x="857021" y="2241920"/>
          <a:ext cx="1092157" cy="9008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Integrated the ESP32 microcontroller with sensors and relay modules.</a:t>
          </a:r>
          <a:endParaRPr lang="ro-RO" sz="800" kern="1200" dirty="0"/>
        </a:p>
      </dsp:txBody>
      <dsp:txXfrm>
        <a:off x="877751" y="2455679"/>
        <a:ext cx="1050697" cy="666312"/>
      </dsp:txXfrm>
    </dsp:sp>
    <dsp:sp modelId="{867D03D1-3987-4E05-8407-3D00739CB1EA}">
      <dsp:nvSpPr>
        <dsp:cNvPr id="0" name=""/>
        <dsp:cNvSpPr/>
      </dsp:nvSpPr>
      <dsp:spPr>
        <a:xfrm>
          <a:off x="1280455" y="293385"/>
          <a:ext cx="1470296" cy="3062818"/>
        </a:xfrm>
        <a:prstGeom prst="circularArrow">
          <a:avLst>
            <a:gd name="adj1" fmla="val 1982"/>
            <a:gd name="adj2" fmla="val 237318"/>
            <a:gd name="adj3" fmla="val 15863891"/>
            <a:gd name="adj4" fmla="val 8852231"/>
            <a:gd name="adj5" fmla="val 231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0502856-08E2-4E16-BD3D-42A298DBB10A}">
      <dsp:nvSpPr>
        <dsp:cNvPr id="0" name=""/>
        <dsp:cNvSpPr/>
      </dsp:nvSpPr>
      <dsp:spPr>
        <a:xfrm>
          <a:off x="925324" y="1929527"/>
          <a:ext cx="970806" cy="3860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000" kern="1200" dirty="0"/>
            <a:t>2️⃣ </a:t>
          </a:r>
          <a:r>
            <a:rPr lang="en-US" sz="1000" kern="1200" dirty="0"/>
            <a:t>Hardware Assembly </a:t>
          </a:r>
          <a:endParaRPr lang="ro-RO" sz="1000" kern="1200" dirty="0"/>
        </a:p>
      </dsp:txBody>
      <dsp:txXfrm>
        <a:off x="936631" y="1940834"/>
        <a:ext cx="948192" cy="363443"/>
      </dsp:txXfrm>
    </dsp:sp>
    <dsp:sp modelId="{EC808D77-D676-4233-9839-C8D002ABBA24}">
      <dsp:nvSpPr>
        <dsp:cNvPr id="0" name=""/>
        <dsp:cNvSpPr/>
      </dsp:nvSpPr>
      <dsp:spPr>
        <a:xfrm>
          <a:off x="2012629" y="175857"/>
          <a:ext cx="1092157" cy="9008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Implemented sensor reading, control </a:t>
          </a:r>
          <a:r>
            <a:rPr lang="en-US" sz="800" kern="1200" dirty="0" err="1"/>
            <a:t>logic,RGB</a:t>
          </a:r>
          <a:r>
            <a:rPr lang="en-US" sz="800" kern="1200" dirty="0"/>
            <a:t> LED indicators.</a:t>
          </a:r>
          <a:endParaRPr lang="ro-RO" sz="800" kern="1200" dirty="0"/>
        </a:p>
      </dsp:txBody>
      <dsp:txXfrm>
        <a:off x="2033359" y="196587"/>
        <a:ext cx="1050697" cy="666312"/>
      </dsp:txXfrm>
    </dsp:sp>
    <dsp:sp modelId="{11C87DAC-EE2A-4C6E-8029-5A5D396F6A56}">
      <dsp:nvSpPr>
        <dsp:cNvPr id="0" name=""/>
        <dsp:cNvSpPr/>
      </dsp:nvSpPr>
      <dsp:spPr>
        <a:xfrm>
          <a:off x="2386770" y="178281"/>
          <a:ext cx="1803212" cy="2725203"/>
        </a:xfrm>
        <a:prstGeom prst="leftCircularArrow">
          <a:avLst>
            <a:gd name="adj1" fmla="val 1925"/>
            <a:gd name="adj2" fmla="val 230290"/>
            <a:gd name="adj3" fmla="val 5776458"/>
            <a:gd name="adj4" fmla="val 12795146"/>
            <a:gd name="adj5" fmla="val 224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5F2331-6E7F-4322-B6A8-484437CE2443}">
      <dsp:nvSpPr>
        <dsp:cNvPr id="0" name=""/>
        <dsp:cNvSpPr/>
      </dsp:nvSpPr>
      <dsp:spPr>
        <a:xfrm>
          <a:off x="2078539" y="873784"/>
          <a:ext cx="970806" cy="3860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000" kern="1200" dirty="0"/>
            <a:t>3️⃣</a:t>
          </a:r>
          <a:r>
            <a:rPr lang="en-US" sz="1000" kern="1200" dirty="0"/>
            <a:t> Firmware Development </a:t>
          </a:r>
          <a:endParaRPr lang="ro-RO" sz="1000" kern="1200" dirty="0"/>
        </a:p>
      </dsp:txBody>
      <dsp:txXfrm>
        <a:off x="2089846" y="885091"/>
        <a:ext cx="948192" cy="363443"/>
      </dsp:txXfrm>
    </dsp:sp>
    <dsp:sp modelId="{66B41345-00D5-4435-8E10-840E6C2FC0C2}">
      <dsp:nvSpPr>
        <dsp:cNvPr id="0" name=""/>
        <dsp:cNvSpPr/>
      </dsp:nvSpPr>
      <dsp:spPr>
        <a:xfrm>
          <a:off x="3290951" y="2186572"/>
          <a:ext cx="1092157" cy="9008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Implement MQTT publishing, local HTTP server, and dual Wi-Fi mode  (AP + STA).</a:t>
          </a:r>
          <a:endParaRPr lang="ro-RO" sz="800" kern="1200" dirty="0"/>
        </a:p>
      </dsp:txBody>
      <dsp:txXfrm>
        <a:off x="3311681" y="2400330"/>
        <a:ext cx="1050697" cy="666312"/>
      </dsp:txXfrm>
    </dsp:sp>
    <dsp:sp modelId="{3C1623D8-6B8C-45A2-86C2-B860524E5FD0}">
      <dsp:nvSpPr>
        <dsp:cNvPr id="0" name=""/>
        <dsp:cNvSpPr/>
      </dsp:nvSpPr>
      <dsp:spPr>
        <a:xfrm>
          <a:off x="3603936" y="349387"/>
          <a:ext cx="1824136" cy="2796296"/>
        </a:xfrm>
        <a:prstGeom prst="circularArrow">
          <a:avLst>
            <a:gd name="adj1" fmla="val 1877"/>
            <a:gd name="adj2" fmla="val 224185"/>
            <a:gd name="adj3" fmla="val 16243579"/>
            <a:gd name="adj4" fmla="val 9218785"/>
            <a:gd name="adj5" fmla="val 218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375D104-D6EB-4354-90DE-F3BCCAA07180}">
      <dsp:nvSpPr>
        <dsp:cNvPr id="0" name=""/>
        <dsp:cNvSpPr/>
      </dsp:nvSpPr>
      <dsp:spPr>
        <a:xfrm>
          <a:off x="3334659" y="1915482"/>
          <a:ext cx="970806" cy="3860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000" kern="1200" dirty="0"/>
            <a:t>4️⃣</a:t>
          </a:r>
          <a:r>
            <a:rPr lang="en-US" sz="1000" kern="1200" dirty="0"/>
            <a:t> IoT Integration </a:t>
          </a:r>
          <a:endParaRPr lang="ro-RO" sz="1000" kern="1200" dirty="0"/>
        </a:p>
      </dsp:txBody>
      <dsp:txXfrm>
        <a:off x="3345966" y="1926789"/>
        <a:ext cx="948192" cy="363443"/>
      </dsp:txXfrm>
    </dsp:sp>
    <dsp:sp modelId="{109C4C4E-905A-4CB5-932A-A5194B90FCB2}">
      <dsp:nvSpPr>
        <dsp:cNvPr id="0" name=""/>
        <dsp:cNvSpPr/>
      </dsp:nvSpPr>
      <dsp:spPr>
        <a:xfrm>
          <a:off x="4695538" y="175857"/>
          <a:ext cx="1092157" cy="9008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Verified automatic fan/light control and data transmission.</a:t>
          </a:r>
          <a:endParaRPr lang="ro-RO" sz="800" kern="1200" dirty="0"/>
        </a:p>
      </dsp:txBody>
      <dsp:txXfrm>
        <a:off x="4716268" y="196587"/>
        <a:ext cx="1050697" cy="666312"/>
      </dsp:txXfrm>
    </dsp:sp>
    <dsp:sp modelId="{4BE09CA0-FAED-4D63-A67A-BE7331D38830}">
      <dsp:nvSpPr>
        <dsp:cNvPr id="0" name=""/>
        <dsp:cNvSpPr/>
      </dsp:nvSpPr>
      <dsp:spPr>
        <a:xfrm>
          <a:off x="5071131" y="95875"/>
          <a:ext cx="1786908" cy="2755023"/>
        </a:xfrm>
        <a:prstGeom prst="leftCircularArrow">
          <a:avLst>
            <a:gd name="adj1" fmla="val 1905"/>
            <a:gd name="adj2" fmla="val 227689"/>
            <a:gd name="adj3" fmla="val 5766107"/>
            <a:gd name="adj4" fmla="val 12787397"/>
            <a:gd name="adj5" fmla="val 222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845850-50FB-46FB-AA97-7CF045F82546}">
      <dsp:nvSpPr>
        <dsp:cNvPr id="0" name=""/>
        <dsp:cNvSpPr/>
      </dsp:nvSpPr>
      <dsp:spPr>
        <a:xfrm>
          <a:off x="4789853" y="853080"/>
          <a:ext cx="970806" cy="3860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000" kern="1200" dirty="0"/>
            <a:t>5️⃣</a:t>
          </a:r>
          <a:r>
            <a:rPr lang="en-US" sz="1000" kern="1200" dirty="0"/>
            <a:t> Testing &amp; Optimization </a:t>
          </a:r>
          <a:endParaRPr lang="ro-RO" sz="1000" kern="1200" dirty="0"/>
        </a:p>
      </dsp:txBody>
      <dsp:txXfrm>
        <a:off x="4801160" y="864387"/>
        <a:ext cx="948192" cy="363443"/>
      </dsp:txXfrm>
    </dsp:sp>
    <dsp:sp modelId="{C38825DC-C09D-4134-9D21-38E4911C4FED}">
      <dsp:nvSpPr>
        <dsp:cNvPr id="0" name=""/>
        <dsp:cNvSpPr/>
      </dsp:nvSpPr>
      <dsp:spPr>
        <a:xfrm>
          <a:off x="6018704" y="2186572"/>
          <a:ext cx="1092157" cy="9008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Add motion detection/touch switch remote, mobile app, and AI optimization.</a:t>
          </a:r>
          <a:endParaRPr lang="ro-RO" sz="800" kern="1200" dirty="0"/>
        </a:p>
      </dsp:txBody>
      <dsp:txXfrm>
        <a:off x="6039434" y="2400330"/>
        <a:ext cx="1050697" cy="666312"/>
      </dsp:txXfrm>
    </dsp:sp>
    <dsp:sp modelId="{D34E3073-8696-40BD-96C9-FF1BCF683BCD}">
      <dsp:nvSpPr>
        <dsp:cNvPr id="0" name=""/>
        <dsp:cNvSpPr/>
      </dsp:nvSpPr>
      <dsp:spPr>
        <a:xfrm>
          <a:off x="6072437" y="1921578"/>
          <a:ext cx="970806" cy="3860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000" kern="1200" dirty="0"/>
            <a:t>6️⃣</a:t>
          </a:r>
          <a:r>
            <a:rPr lang="en-US" sz="1000" kern="1200" dirty="0"/>
            <a:t> Future Enhancements </a:t>
          </a:r>
          <a:endParaRPr lang="ro-RO" sz="1000" kern="1200" dirty="0"/>
        </a:p>
      </dsp:txBody>
      <dsp:txXfrm>
        <a:off x="6083744" y="1932885"/>
        <a:ext cx="948192" cy="363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9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Google Shape;11;p2" descr=""/>
          <p:cNvPicPr/>
          <p:nvPr/>
        </p:nvPicPr>
        <p:blipFill>
          <a:blip r:embed="rId2"/>
          <a:srcRect l="6448" t="15271" r="28416" b="40219"/>
          <a:stretch/>
        </p:blipFill>
        <p:spPr>
          <a:xfrm>
            <a:off x="4916880" y="2255040"/>
            <a:ext cx="4226760" cy="28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7;p14" descr=""/>
          <p:cNvPicPr/>
          <p:nvPr/>
        </p:nvPicPr>
        <p:blipFill>
          <a:blip r:embed="rId2"/>
          <a:srcRect l="29904" t="0" r="0" b="56225"/>
          <a:stretch/>
        </p:blipFill>
        <p:spPr>
          <a:xfrm flipH="1" rot="5400000">
            <a:off x="-861120" y="1449000"/>
            <a:ext cx="4548240" cy="284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2;p18" descr=""/>
          <p:cNvPicPr/>
          <p:nvPr/>
        </p:nvPicPr>
        <p:blipFill>
          <a:blip r:embed="rId2"/>
          <a:srcRect l="37997" t="12345" r="-8088" b="39821"/>
          <a:stretch/>
        </p:blipFill>
        <p:spPr>
          <a:xfrm>
            <a:off x="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3160" y="794520"/>
            <a:ext cx="771732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488760" y="2398680"/>
            <a:ext cx="4941720" cy="19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1;p22" descr=""/>
          <p:cNvPicPr/>
          <p:nvPr/>
        </p:nvPicPr>
        <p:blipFill>
          <a:blip r:embed="rId2"/>
          <a:srcRect l="29904" t="0" r="0" b="55818"/>
          <a:stretch/>
        </p:blipFill>
        <p:spPr>
          <a:xfrm flipH="1" rot="5400000">
            <a:off x="-874080" y="1436040"/>
            <a:ext cx="4548240" cy="2866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13;p23" descr=""/>
          <p:cNvPicPr/>
          <p:nvPr/>
        </p:nvPicPr>
        <p:blipFill>
          <a:blip r:embed="rId2"/>
          <a:srcRect l="29904" t="0" r="0" b="52165"/>
          <a:stretch/>
        </p:blipFill>
        <p:spPr>
          <a:xfrm flipH="1" rot="16200000">
            <a:off x="5317560" y="722160"/>
            <a:ext cx="4548240" cy="3103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13160" y="2918160"/>
            <a:ext cx="506736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713160" y="1653840"/>
            <a:ext cx="113976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Google Shape;15;p3" descr=""/>
          <p:cNvPicPr/>
          <p:nvPr/>
        </p:nvPicPr>
        <p:blipFill>
          <a:blip r:embed="rId2"/>
          <a:srcRect l="0" t="0" r="30136" b="37839"/>
          <a:stretch/>
        </p:blipFill>
        <p:spPr>
          <a:xfrm rot="16200000">
            <a:off x="4881240" y="235440"/>
            <a:ext cx="4533120" cy="40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Google Shape;29;p6" descr=""/>
          <p:cNvPicPr/>
          <p:nvPr/>
        </p:nvPicPr>
        <p:blipFill>
          <a:blip r:embed="rId2"/>
          <a:srcRect l="29904" t="0" r="0" b="52165"/>
          <a:stretch/>
        </p:blipFill>
        <p:spPr>
          <a:xfrm flipH="1">
            <a:off x="4595760" y="2036520"/>
            <a:ext cx="4548240" cy="3103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650120" y="1584360"/>
            <a:ext cx="3773520" cy="141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Google Shape;34;p7" descr=""/>
          <p:cNvPicPr/>
          <p:nvPr/>
        </p:nvPicPr>
        <p:blipFill>
          <a:blip r:embed="rId2"/>
          <a:srcRect l="29904" t="0" r="0" b="52165"/>
          <a:stretch/>
        </p:blipFill>
        <p:spPr>
          <a:xfrm>
            <a:off x="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50120" y="3184200"/>
            <a:ext cx="3773520" cy="141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37;p8" descr=""/>
          <p:cNvPicPr/>
          <p:nvPr/>
        </p:nvPicPr>
        <p:blipFill>
          <a:blip r:embed="rId2"/>
          <a:srcRect l="0" t="43941" r="58158" b="-39"/>
          <a:stretch/>
        </p:blipFill>
        <p:spPr>
          <a:xfrm>
            <a:off x="6428520" y="0"/>
            <a:ext cx="2715120" cy="363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40;p9" descr=""/>
          <p:cNvPicPr/>
          <p:nvPr/>
        </p:nvPicPr>
        <p:blipFill>
          <a:blip r:embed="rId2"/>
          <a:srcRect l="29904" t="0" r="0" b="52165"/>
          <a:stretch/>
        </p:blipFill>
        <p:spPr>
          <a:xfrm>
            <a:off x="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2;p13" descr=""/>
          <p:cNvPicPr/>
          <p:nvPr/>
        </p:nvPicPr>
        <p:blipFill>
          <a:blip r:embed="rId2"/>
          <a:srcRect l="29904" t="0" r="0" b="52165"/>
          <a:stretch/>
        </p:blipFill>
        <p:spPr>
          <a:xfrm rot="10800000">
            <a:off x="4595760" y="36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13160" y="175500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713160" y="32752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3342240" y="175500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title"/>
          </p:nvPr>
        </p:nvSpPr>
        <p:spPr>
          <a:xfrm>
            <a:off x="3342240" y="32752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title"/>
          </p:nvPr>
        </p:nvSpPr>
        <p:spPr>
          <a:xfrm>
            <a:off x="5971320" y="175500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title"/>
          </p:nvPr>
        </p:nvSpPr>
        <p:spPr>
          <a:xfrm>
            <a:off x="5971320" y="32752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9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BathGuardian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772920" y="1380960"/>
            <a:ext cx="771732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mo"/>
                <a:ea typeface="Arimo"/>
              </a:rPr>
              <a:t>No more stink, let the Guardian think!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mo"/>
                <a:ea typeface="Arimo"/>
              </a:rPr>
              <a:t>Because even your bathroom deserves Wi-Fi.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Google Shape;131;p28"/>
          <p:cNvCxnSpPr/>
          <p:nvPr/>
        </p:nvCxnSpPr>
        <p:spPr>
          <a:xfrm>
            <a:off x="713160" y="2080440"/>
            <a:ext cx="77176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41" name="PlaceHolder 3"/>
          <p:cNvSpPr>
            <a:spLocks noGrp="1"/>
          </p:cNvSpPr>
          <p:nvPr>
            <p:ph type="subTitle"/>
          </p:nvPr>
        </p:nvSpPr>
        <p:spPr>
          <a:xfrm>
            <a:off x="772920" y="2303280"/>
            <a:ext cx="3773520" cy="4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Arimo"/>
                <a:ea typeface="Arimo"/>
              </a:rPr>
              <a:t>"A refreshing and balanced space: the impact of BathGuardian, and the harmony of a fresh, fragrant bathroom."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Google Shape;133;p28"/>
          <p:cNvCxnSpPr/>
          <p:nvPr/>
        </p:nvCxnSpPr>
        <p:spPr>
          <a:xfrm>
            <a:off x="713160" y="2919960"/>
            <a:ext cx="375804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43" name="Picture 4" descr="A blue background with a fan and a shield&#10;&#10;AI-generated content may be incorrect."/>
          <p:cNvPicPr/>
          <p:nvPr/>
        </p:nvPicPr>
        <p:blipFill>
          <a:blip r:embed="rId1"/>
          <a:stretch/>
        </p:blipFill>
        <p:spPr>
          <a:xfrm>
            <a:off x="5843880" y="539640"/>
            <a:ext cx="1417320" cy="141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Picture 6" descr="A close-up of a circuit board&#10;&#10;AI-generated content may be incorrect."/>
          <p:cNvPicPr/>
          <p:nvPr/>
        </p:nvPicPr>
        <p:blipFill>
          <a:blip r:embed="rId2"/>
          <a:stretch/>
        </p:blipFill>
        <p:spPr>
          <a:xfrm>
            <a:off x="5332680" y="2080800"/>
            <a:ext cx="3157200" cy="31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Problem statement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" name="Google Shape;139;p29"/>
          <p:cNvGraphicFramePr/>
          <p:nvPr/>
        </p:nvGraphicFramePr>
        <p:xfrm>
          <a:off x="633600" y="1541880"/>
          <a:ext cx="7790040" cy="2889360"/>
        </p:xfrm>
        <a:graphic>
          <a:graphicData uri="http://schemas.openxmlformats.org/drawingml/2006/table">
            <a:tbl>
              <a:tblPr/>
              <a:tblGrid>
                <a:gridCol w="2480040"/>
                <a:gridCol w="5310360"/>
              </a:tblGrid>
              <a:tr h="402120"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o-RO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mo"/>
                          <a:ea typeface="Arimo"/>
                        </a:rPr>
                        <a:t>Odor Detection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Odor perception varies, so a system is needed to objectively detect bad smells and act automatically.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</a:tr>
              <a:tr h="402120"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mo"/>
                          <a:ea typeface="Arimo"/>
                        </a:rPr>
                        <a:t>Manual Fan Operation Is Inconvenient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People forget to turn on/off fans or lights. Fans may run too long or too short, wasting energy and reducing effectiveness.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</a:tr>
              <a:tr h="402120"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mo"/>
                          <a:ea typeface="Arimo"/>
                        </a:rPr>
                        <a:t>High Humidity Leads to Mold &amp; Damage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599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Prolonged humidity can cause mold growth, structural damage, and health issues. Bathrooms often retain high humidity after showers.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</a:tr>
              <a:tr h="402120"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mo"/>
                          <a:ea typeface="Arimo"/>
                        </a:rPr>
                        <a:t>Limited Awareness of Bathroom Environment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Temperature and humidity fluctuate, impacting comfort and energy usage.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Users cannot monitor bathroom conditions remotely without IoT solutions. Lack of cloud data limits the potential for smart home integration or analytics.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</a:tr>
              <a:tr h="402120"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o-RO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mo"/>
                          <a:ea typeface="Arimo"/>
                        </a:rPr>
                        <a:t>Energy and Cost Inefficiency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Running fans continuously consumes electricity unnecessarily.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Automated control based on sensor data saves energy and reduces bills.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</a:tr>
              <a:tr h="402120"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o-RO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mo"/>
                          <a:ea typeface="Arimo"/>
                        </a:rPr>
                        <a:t>Health and Comfort Concerns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Poor ventilation can make bathrooms uncomfortable and unhealthy.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Smart ventilation improves comfort and reduces respiratory risks from damp or odorous air.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0" marB="0">
                    <a:lnL w="18720">
                      <a:solidFill>
                        <a:srgbClr val="021024"/>
                      </a:solidFill>
                      <a:prstDash val="solid"/>
                    </a:lnL>
                    <a:lnR w="18720">
                      <a:solidFill>
                        <a:srgbClr val="021024"/>
                      </a:solidFill>
                      <a:prstDash val="solid"/>
                    </a:lnR>
                    <a:lnT w="18720">
                      <a:solidFill>
                        <a:srgbClr val="021024"/>
                      </a:solidFill>
                      <a:prstDash val="solid"/>
                    </a:lnT>
                    <a:lnB w="18720">
                      <a:solidFill>
                        <a:srgbClr val="02102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7" name="Google Shape;143;p29"/>
          <p:cNvCxnSpPr/>
          <p:nvPr/>
        </p:nvCxnSpPr>
        <p:spPr>
          <a:xfrm>
            <a:off x="713160" y="1279440"/>
            <a:ext cx="77176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13160" y="170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Table of contents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767880" y="17038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title"/>
          </p:nvPr>
        </p:nvSpPr>
        <p:spPr>
          <a:xfrm>
            <a:off x="767880" y="322416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3396960" y="17038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title"/>
          </p:nvPr>
        </p:nvSpPr>
        <p:spPr>
          <a:xfrm>
            <a:off x="3396960" y="322416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title"/>
          </p:nvPr>
        </p:nvSpPr>
        <p:spPr>
          <a:xfrm>
            <a:off x="6026040" y="17038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title"/>
          </p:nvPr>
        </p:nvSpPr>
        <p:spPr>
          <a:xfrm>
            <a:off x="6026040" y="322416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ubTitle"/>
          </p:nvPr>
        </p:nvSpPr>
        <p:spPr>
          <a:xfrm>
            <a:off x="767880" y="2151000"/>
            <a:ext cx="244548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Project Overview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9"/>
          <p:cNvSpPr>
            <a:spLocks noGrp="1"/>
          </p:cNvSpPr>
          <p:nvPr>
            <p:ph type="subTitle"/>
          </p:nvPr>
        </p:nvSpPr>
        <p:spPr>
          <a:xfrm>
            <a:off x="3396960" y="2151000"/>
            <a:ext cx="244548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System Architecture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0"/>
          <p:cNvSpPr>
            <a:spLocks noGrp="1"/>
          </p:cNvSpPr>
          <p:nvPr>
            <p:ph type="subTitle"/>
          </p:nvPr>
        </p:nvSpPr>
        <p:spPr>
          <a:xfrm>
            <a:off x="6026040" y="2151000"/>
            <a:ext cx="244548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Project Roadmap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1"/>
          <p:cNvSpPr>
            <a:spLocks noGrp="1"/>
          </p:cNvSpPr>
          <p:nvPr>
            <p:ph type="subTitle"/>
          </p:nvPr>
        </p:nvSpPr>
        <p:spPr>
          <a:xfrm>
            <a:off x="767880" y="3671640"/>
            <a:ext cx="244548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o-RO" sz="1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Software and Connectivity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2"/>
          <p:cNvSpPr>
            <a:spLocks noGrp="1"/>
          </p:cNvSpPr>
          <p:nvPr>
            <p:ph type="subTitle"/>
          </p:nvPr>
        </p:nvSpPr>
        <p:spPr>
          <a:xfrm>
            <a:off x="3396960" y="3671640"/>
            <a:ext cx="244548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Features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3"/>
          <p:cNvSpPr>
            <a:spLocks noGrp="1"/>
          </p:cNvSpPr>
          <p:nvPr>
            <p:ph type="subTitle"/>
          </p:nvPr>
        </p:nvSpPr>
        <p:spPr>
          <a:xfrm>
            <a:off x="6026040" y="3671640"/>
            <a:ext cx="2445480" cy="63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Conclusion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Google Shape;161;p30"/>
          <p:cNvCxnSpPr/>
          <p:nvPr/>
        </p:nvCxnSpPr>
        <p:spPr>
          <a:xfrm>
            <a:off x="713160" y="761400"/>
            <a:ext cx="77176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60240" y="141840"/>
            <a:ext cx="506736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Project 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360720" y="141840"/>
            <a:ext cx="113976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01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Google Shape;168;p31"/>
          <p:cNvCxnSpPr/>
          <p:nvPr/>
        </p:nvCxnSpPr>
        <p:spPr>
          <a:xfrm>
            <a:off x="713160" y="4603680"/>
            <a:ext cx="768492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cxnSp>
        <p:nvCxnSpPr>
          <p:cNvPr id="65" name="Google Shape;169;p31"/>
          <p:cNvCxnSpPr/>
          <p:nvPr/>
        </p:nvCxnSpPr>
        <p:spPr>
          <a:xfrm>
            <a:off x="300600" y="980640"/>
            <a:ext cx="11404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66" name="Text Placeholder 2"/>
          <p:cNvSpPr/>
          <p:nvPr/>
        </p:nvSpPr>
        <p:spPr>
          <a:xfrm>
            <a:off x="492120" y="1395000"/>
            <a:ext cx="7282800" cy="19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Device name: BathGuardian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Core controller: ESP32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Sensors: DHT11 (temperature &amp; humidity), MQ135 (odour)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Controls fan and bathroom light through relays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RGB led for system status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Local HTTP server for monitoring and setup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MQTT cloud integration via HiveMQ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60240" y="141840"/>
            <a:ext cx="506736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o-RO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System Architecture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360720" y="141840"/>
            <a:ext cx="113976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02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Google Shape;168;p31"/>
          <p:cNvCxnSpPr/>
          <p:nvPr/>
        </p:nvCxnSpPr>
        <p:spPr>
          <a:xfrm>
            <a:off x="713160" y="4603680"/>
            <a:ext cx="768492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cxnSp>
        <p:nvCxnSpPr>
          <p:cNvPr id="70" name="Google Shape;169;p31"/>
          <p:cNvCxnSpPr/>
          <p:nvPr/>
        </p:nvCxnSpPr>
        <p:spPr>
          <a:xfrm>
            <a:off x="300600" y="980640"/>
            <a:ext cx="11404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71" name="Text Placeholder 2"/>
          <p:cNvSpPr/>
          <p:nvPr/>
        </p:nvSpPr>
        <p:spPr>
          <a:xfrm>
            <a:off x="492120" y="1395000"/>
            <a:ext cx="7282800" cy="19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ESP32 receive information from DHT11 and MQ135 sensors for environment monitoring.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Relays control fan and bulb based on readings and local web interface ( mobile 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HTTP server hosts local web interface for configuration.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MQTT (HiveMQ) handles cloud data transfer.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RGB LED displays operational status.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*Refer to system diagram on next slide.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069920" y="332280"/>
            <a:ext cx="6702480" cy="446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8" descr=""/>
          <p:cNvPicPr/>
          <p:nvPr/>
        </p:nvPicPr>
        <p:blipFill>
          <a:blip r:embed="rId1"/>
          <a:stretch/>
        </p:blipFill>
        <p:spPr>
          <a:xfrm>
            <a:off x="2488320" y="273960"/>
            <a:ext cx="4056840" cy="459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60240" y="141840"/>
            <a:ext cx="506736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o-RO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Project Roadmap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360720" y="141840"/>
            <a:ext cx="113976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03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Google Shape;169;p31"/>
          <p:cNvCxnSpPr/>
          <p:nvPr/>
        </p:nvCxnSpPr>
        <p:spPr>
          <a:xfrm>
            <a:off x="300600" y="980640"/>
            <a:ext cx="11404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296662878"/>
              </p:ext>
            </p:extLst>
          </p:nvPr>
        </p:nvGraphicFramePr>
        <p:xfrm>
          <a:off x="922320" y="1259640"/>
          <a:ext cx="8542800" cy="3142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77" name="Picture 5" descr="A close-up of a circuit board&#10;&#10;AI-generated content may be incorrect."/>
          <p:cNvPicPr/>
          <p:nvPr/>
        </p:nvPicPr>
        <p:blipFill>
          <a:blip r:embed="rId6"/>
          <a:stretch/>
        </p:blipFill>
        <p:spPr>
          <a:xfrm>
            <a:off x="588600" y="3692160"/>
            <a:ext cx="1823400" cy="182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60240" y="141840"/>
            <a:ext cx="666108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o-RO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Software and Connectivity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360720" y="141840"/>
            <a:ext cx="149760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0004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Google Shape;169;p31"/>
          <p:cNvCxnSpPr/>
          <p:nvPr/>
        </p:nvCxnSpPr>
        <p:spPr>
          <a:xfrm>
            <a:off x="300600" y="980640"/>
            <a:ext cx="11404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81" name="TextBox 2"/>
          <p:cNvSpPr/>
          <p:nvPr/>
        </p:nvSpPr>
        <p:spPr>
          <a:xfrm>
            <a:off x="300960" y="1589040"/>
            <a:ext cx="6589080" cy="22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Language: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Protocol: MQTT (HiveMQ)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Local Interface: HTTP Web Server (AP + STA)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Logic: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• Humidity↑ → Fan 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• Odour↑ → Fan 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• RGB LED shows Wi-Fi and operation status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60240" y="141840"/>
            <a:ext cx="666108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Features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360720" y="141840"/>
            <a:ext cx="149760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0005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Google Shape;169;p31"/>
          <p:cNvCxnSpPr/>
          <p:nvPr/>
        </p:nvCxnSpPr>
        <p:spPr>
          <a:xfrm>
            <a:off x="300600" y="980640"/>
            <a:ext cx="11404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85" name="TextBox 2"/>
          <p:cNvSpPr/>
          <p:nvPr/>
        </p:nvSpPr>
        <p:spPr>
          <a:xfrm>
            <a:off x="784440" y="1788480"/>
            <a:ext cx="658908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Reading sensors data.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Automatic fan activation under high humidity or odour.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Smooth Wi-Fi mode switching (AP ↔ STA).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Live monitoring via HTTP interface.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Successful MQTT data publishing to HiveMQ.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Successful MQTT data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receiving</a:t>
            </a: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HiveMQ.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Save credentials from the connected router AP. (internet connection)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OTA firmware update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oup 2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87" name="Group 3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88" name="Group 3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89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60240" y="141840"/>
            <a:ext cx="666108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Conclusion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360720" y="141840"/>
            <a:ext cx="149760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0006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Google Shape;169;p31"/>
          <p:cNvCxnSpPr/>
          <p:nvPr/>
        </p:nvCxnSpPr>
        <p:spPr>
          <a:xfrm>
            <a:off x="300600" y="980640"/>
            <a:ext cx="11404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93" name="TextBox 3"/>
          <p:cNvSpPr/>
          <p:nvPr/>
        </p:nvSpPr>
        <p:spPr>
          <a:xfrm>
            <a:off x="360720" y="1615320"/>
            <a:ext cx="523980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BathGuardian successfully automates ventilation and lighting for bathrooms.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Combines IoT, automation, and web-based control in a single ESP32 system.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Offers improved comfort, energy efficiency, and hygiene.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4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6226920" y="0"/>
            <a:ext cx="255636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99840" y="746280"/>
            <a:ext cx="4945320" cy="96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Thanks!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311;p42"/>
          <p:cNvSpPr/>
          <p:nvPr/>
        </p:nvSpPr>
        <p:spPr>
          <a:xfrm>
            <a:off x="699840" y="1562760"/>
            <a:ext cx="494532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 you have any questions?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lorincz.stefanmihai@yahoo.ro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Google Shape;316;p42"/>
          <p:cNvCxnSpPr/>
          <p:nvPr/>
        </p:nvCxnSpPr>
        <p:spPr>
          <a:xfrm>
            <a:off x="713160" y="2713680"/>
            <a:ext cx="77176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grpSp>
        <p:nvGrpSpPr>
          <p:cNvPr id="98" name="Google Shape;317;p42"/>
          <p:cNvGrpSpPr/>
          <p:nvPr/>
        </p:nvGrpSpPr>
        <p:grpSpPr>
          <a:xfrm>
            <a:off x="858600" y="3133080"/>
            <a:ext cx="238320" cy="238320"/>
            <a:chOff x="858600" y="3133080"/>
            <a:chExt cx="238320" cy="238320"/>
          </a:xfrm>
        </p:grpSpPr>
        <p:sp>
          <p:nvSpPr>
            <p:cNvPr id="99" name="Google Shape;318;p42"/>
            <p:cNvSpPr/>
            <p:nvPr/>
          </p:nvSpPr>
          <p:spPr>
            <a:xfrm>
              <a:off x="971280" y="3174840"/>
              <a:ext cx="81360" cy="1965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0" name="Google Shape;319;p42"/>
            <p:cNvSpPr/>
            <p:nvPr/>
          </p:nvSpPr>
          <p:spPr>
            <a:xfrm>
              <a:off x="858600" y="3133080"/>
              <a:ext cx="238320" cy="23832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01" name="Google Shape;320;p42"/>
          <p:cNvGrpSpPr/>
          <p:nvPr/>
        </p:nvGrpSpPr>
        <p:grpSpPr>
          <a:xfrm>
            <a:off x="2520360" y="3133080"/>
            <a:ext cx="238320" cy="238320"/>
            <a:chOff x="2520360" y="3133080"/>
            <a:chExt cx="238320" cy="238320"/>
          </a:xfrm>
        </p:grpSpPr>
        <p:sp>
          <p:nvSpPr>
            <p:cNvPr id="102" name="Google Shape;321;p42"/>
            <p:cNvSpPr/>
            <p:nvPr/>
          </p:nvSpPr>
          <p:spPr>
            <a:xfrm>
              <a:off x="2570040" y="317556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3" name="Google Shape;322;p42"/>
            <p:cNvSpPr/>
            <p:nvPr/>
          </p:nvSpPr>
          <p:spPr>
            <a:xfrm>
              <a:off x="2520360" y="3133080"/>
              <a:ext cx="238320" cy="23832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4" name="Google Shape;323;p42"/>
            <p:cNvSpPr/>
            <p:nvPr/>
          </p:nvSpPr>
          <p:spPr>
            <a:xfrm>
              <a:off x="2625840" y="3231360"/>
              <a:ext cx="83520" cy="979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5" name="Google Shape;324;p42"/>
            <p:cNvSpPr/>
            <p:nvPr/>
          </p:nvSpPr>
          <p:spPr>
            <a:xfrm>
              <a:off x="2570040" y="3231360"/>
              <a:ext cx="13680" cy="9756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Resources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Google Shape;342;p44"/>
          <p:cNvCxnSpPr/>
          <p:nvPr/>
        </p:nvCxnSpPr>
        <p:spPr>
          <a:xfrm>
            <a:off x="713160" y="1279440"/>
            <a:ext cx="7717680" cy="36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sp>
        <p:nvSpPr>
          <p:cNvPr id="108" name="Google Shape;343;p44"/>
          <p:cNvSpPr/>
          <p:nvPr/>
        </p:nvSpPr>
        <p:spPr>
          <a:xfrm>
            <a:off x="720000" y="1637640"/>
            <a:ext cx="7703640" cy="30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Arimo"/>
              <a:ea typeface="Arim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1604</TotalTime>
  <Application>LibreOffice/25.8.3.2$Windows_X86_64 LibreOffice_project/8ca8d55c161d602844f5428fa4b58097424e324e</Application>
  <AppVersion>15.0000</AppVersion>
  <Words>609</Words>
  <Paragraphs>94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2025-11-23T21:49:50Z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